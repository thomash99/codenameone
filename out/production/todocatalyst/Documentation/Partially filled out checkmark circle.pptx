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258" y="-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 smtClean="0"/>
              <a:t>Klik for at redigere i master</a:t>
            </a:r>
            <a:endParaRPr lang="en-US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smtClean="0"/>
              <a:t>Klik for at redigere i master</a:t>
            </a:r>
            <a:endParaRPr lang="en-US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AEF5-A2B2-4FAF-ACC1-71B40C5864AB}" type="datetimeFigureOut">
              <a:rPr lang="en-US" smtClean="0"/>
              <a:t>3/3/2013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F9253-A6C4-4A79-A59B-CFF50E2C04A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102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en-US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AEF5-A2B2-4FAF-ACC1-71B40C5864AB}" type="datetimeFigureOut">
              <a:rPr lang="en-US" smtClean="0"/>
              <a:t>3/3/2013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F9253-A6C4-4A79-A59B-CFF50E2C04A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91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 smtClean="0"/>
              <a:t>Klik for at redigere i master</a:t>
            </a:r>
            <a:endParaRPr lang="en-US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AEF5-A2B2-4FAF-ACC1-71B40C5864AB}" type="datetimeFigureOut">
              <a:rPr lang="en-US" smtClean="0"/>
              <a:t>3/3/2013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F9253-A6C4-4A79-A59B-CFF50E2C04A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61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en-US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AEF5-A2B2-4FAF-ACC1-71B40C5864AB}" type="datetimeFigureOut">
              <a:rPr lang="en-US" smtClean="0"/>
              <a:t>3/3/2013</a:t>
            </a:fld>
            <a:endParaRPr lang="en-US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F9253-A6C4-4A79-A59B-CFF50E2C04A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67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smtClean="0"/>
              <a:t>Klik for at redigere i master</a:t>
            </a:r>
            <a:endParaRPr lang="en-US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/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/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AEF5-A2B2-4FAF-ACC1-71B40C5864AB}" type="datetimeFigureOut">
              <a:rPr lang="en-US" smtClean="0"/>
              <a:t>3/3/2013</a:t>
            </a:fld>
            <a:endParaRPr lang="en-US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F9253-A6C4-4A79-A59B-CFF50E2C04A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634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en-US"/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AEF5-A2B2-4FAF-ACC1-71B40C5864AB}" type="datetimeFigureOut">
              <a:rPr lang="en-US" smtClean="0"/>
              <a:t>3/3/2013</a:t>
            </a:fld>
            <a:endParaRPr lang="en-US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F9253-A6C4-4A79-A59B-CFF50E2C04A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34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AEF5-A2B2-4FAF-ACC1-71B40C5864AB}" type="datetimeFigureOut">
              <a:rPr lang="en-US" smtClean="0"/>
              <a:t>3/3/2013</a:t>
            </a:fld>
            <a:endParaRPr lang="en-US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F9253-A6C4-4A79-A59B-CFF50E2C04A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0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 smtClean="0"/>
              <a:t>Klik for at redigere i master</a:t>
            </a:r>
            <a:endParaRPr lang="en-US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AEF5-A2B2-4FAF-ACC1-71B40C5864AB}" type="datetimeFigureOut">
              <a:rPr lang="en-US" smtClean="0"/>
              <a:t>3/3/2013</a:t>
            </a:fld>
            <a:endParaRPr lang="en-US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F9253-A6C4-4A79-A59B-CFF50E2C04A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63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 smtClean="0"/>
              <a:t>Klik for at redigere i master</a:t>
            </a:r>
            <a:endParaRPr lang="en-US"/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AEF5-A2B2-4FAF-ACC1-71B40C5864AB}" type="datetimeFigureOut">
              <a:rPr lang="en-US" smtClean="0"/>
              <a:t>3/3/2013</a:t>
            </a:fld>
            <a:endParaRPr lang="en-US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F9253-A6C4-4A79-A59B-CFF50E2C04A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71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en-US"/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AEF5-A2B2-4FAF-ACC1-71B40C5864AB}" type="datetimeFigureOut">
              <a:rPr lang="en-US" smtClean="0"/>
              <a:t>3/3/2013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F9253-A6C4-4A79-A59B-CFF50E2C04A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83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 smtClean="0"/>
              <a:t>Klik for at redigere i master</a:t>
            </a:r>
            <a:endParaRPr lang="en-US"/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AEF5-A2B2-4FAF-ACC1-71B40C5864AB}" type="datetimeFigureOut">
              <a:rPr lang="en-US" smtClean="0"/>
              <a:t>3/3/2013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F9253-A6C4-4A79-A59B-CFF50E2C04A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623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smtClean="0"/>
              <a:t>Klik for at redigere i master</a:t>
            </a:r>
            <a:endParaRPr lang="en-US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FAEF5-A2B2-4FAF-ACC1-71B40C5864AB}" type="datetimeFigureOut">
              <a:rPr lang="en-US" smtClean="0"/>
              <a:t>3/3/2013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F9253-A6C4-4A79-A59B-CFF50E2C04A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14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49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2" name="Gruppe 11"/>
          <p:cNvGrpSpPr/>
          <p:nvPr/>
        </p:nvGrpSpPr>
        <p:grpSpPr>
          <a:xfrm>
            <a:off x="5004048" y="3986078"/>
            <a:ext cx="792088" cy="792088"/>
            <a:chOff x="1187624" y="2996952"/>
            <a:chExt cx="792088" cy="792088"/>
          </a:xfrm>
        </p:grpSpPr>
        <p:sp>
          <p:nvSpPr>
            <p:cNvPr id="9" name="Ellipse 8"/>
            <p:cNvSpPr/>
            <p:nvPr/>
          </p:nvSpPr>
          <p:spPr>
            <a:xfrm>
              <a:off x="1223628" y="3032956"/>
              <a:ext cx="720080" cy="720080"/>
            </a:xfrm>
            <a:prstGeom prst="ellipse">
              <a:avLst/>
            </a:prstGeom>
            <a:solidFill>
              <a:srgbClr val="92D050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Kombinationstegning 10"/>
            <p:cNvSpPr/>
            <p:nvPr/>
          </p:nvSpPr>
          <p:spPr>
            <a:xfrm>
              <a:off x="1331640" y="3013970"/>
              <a:ext cx="274985" cy="387256"/>
            </a:xfrm>
            <a:custGeom>
              <a:avLst/>
              <a:gdLst>
                <a:gd name="connsiteX0" fmla="*/ 0 w 358923"/>
                <a:gd name="connsiteY0" fmla="*/ 0 h 461473"/>
                <a:gd name="connsiteX1" fmla="*/ 350378 w 358923"/>
                <a:gd name="connsiteY1" fmla="*/ 461473 h 461473"/>
                <a:gd name="connsiteX2" fmla="*/ 358923 w 358923"/>
                <a:gd name="connsiteY2" fmla="*/ 94004 h 461473"/>
                <a:gd name="connsiteX3" fmla="*/ 358923 w 358923"/>
                <a:gd name="connsiteY3" fmla="*/ 94004 h 461473"/>
                <a:gd name="connsiteX0" fmla="*/ 0 w 358944"/>
                <a:gd name="connsiteY0" fmla="*/ 23791 h 485264"/>
                <a:gd name="connsiteX1" fmla="*/ 350378 w 358944"/>
                <a:gd name="connsiteY1" fmla="*/ 485264 h 485264"/>
                <a:gd name="connsiteX2" fmla="*/ 358923 w 358944"/>
                <a:gd name="connsiteY2" fmla="*/ 117795 h 485264"/>
                <a:gd name="connsiteX3" fmla="*/ 347768 w 358944"/>
                <a:gd name="connsiteY3" fmla="*/ 0 h 485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8944" h="485264">
                  <a:moveTo>
                    <a:pt x="0" y="23791"/>
                  </a:moveTo>
                  <a:lnTo>
                    <a:pt x="350378" y="485264"/>
                  </a:lnTo>
                  <a:cubicBezTo>
                    <a:pt x="353226" y="362774"/>
                    <a:pt x="359358" y="198672"/>
                    <a:pt x="358923" y="117795"/>
                  </a:cubicBezTo>
                  <a:cubicBezTo>
                    <a:pt x="358488" y="36918"/>
                    <a:pt x="351486" y="39265"/>
                    <a:pt x="347768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Ellipse 3"/>
            <p:cNvSpPr/>
            <p:nvPr/>
          </p:nvSpPr>
          <p:spPr>
            <a:xfrm>
              <a:off x="1187624" y="2996952"/>
              <a:ext cx="792088" cy="792088"/>
            </a:xfrm>
            <a:prstGeom prst="ellipse">
              <a:avLst/>
            </a:prstGeom>
            <a:noFill/>
            <a:ln w="762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uppe 26"/>
          <p:cNvGrpSpPr/>
          <p:nvPr/>
        </p:nvGrpSpPr>
        <p:grpSpPr>
          <a:xfrm>
            <a:off x="3995936" y="3969060"/>
            <a:ext cx="792088" cy="792088"/>
            <a:chOff x="2267744" y="3044123"/>
            <a:chExt cx="792088" cy="792088"/>
          </a:xfrm>
        </p:grpSpPr>
        <p:sp>
          <p:nvSpPr>
            <p:cNvPr id="14" name="Ellipse 13"/>
            <p:cNvSpPr/>
            <p:nvPr/>
          </p:nvSpPr>
          <p:spPr>
            <a:xfrm>
              <a:off x="2303748" y="3080127"/>
              <a:ext cx="720080" cy="720080"/>
            </a:xfrm>
            <a:prstGeom prst="ellipse">
              <a:avLst/>
            </a:prstGeom>
            <a:solidFill>
              <a:srgbClr val="92D050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Kombinationstegning 14"/>
            <p:cNvSpPr/>
            <p:nvPr/>
          </p:nvSpPr>
          <p:spPr>
            <a:xfrm>
              <a:off x="2289943" y="3061141"/>
              <a:ext cx="396802" cy="387256"/>
            </a:xfrm>
            <a:custGeom>
              <a:avLst/>
              <a:gdLst>
                <a:gd name="connsiteX0" fmla="*/ 0 w 358923"/>
                <a:gd name="connsiteY0" fmla="*/ 0 h 461473"/>
                <a:gd name="connsiteX1" fmla="*/ 350378 w 358923"/>
                <a:gd name="connsiteY1" fmla="*/ 461473 h 461473"/>
                <a:gd name="connsiteX2" fmla="*/ 358923 w 358923"/>
                <a:gd name="connsiteY2" fmla="*/ 94004 h 461473"/>
                <a:gd name="connsiteX3" fmla="*/ 358923 w 358923"/>
                <a:gd name="connsiteY3" fmla="*/ 94004 h 461473"/>
                <a:gd name="connsiteX0" fmla="*/ 0 w 358944"/>
                <a:gd name="connsiteY0" fmla="*/ 23791 h 485264"/>
                <a:gd name="connsiteX1" fmla="*/ 350378 w 358944"/>
                <a:gd name="connsiteY1" fmla="*/ 485264 h 485264"/>
                <a:gd name="connsiteX2" fmla="*/ 358923 w 358944"/>
                <a:gd name="connsiteY2" fmla="*/ 117795 h 485264"/>
                <a:gd name="connsiteX3" fmla="*/ 347768 w 358944"/>
                <a:gd name="connsiteY3" fmla="*/ 0 h 485264"/>
                <a:gd name="connsiteX0" fmla="*/ 159010 w 517954"/>
                <a:gd name="connsiteY0" fmla="*/ 23791 h 485264"/>
                <a:gd name="connsiteX1" fmla="*/ 430 w 517954"/>
                <a:gd name="connsiteY1" fmla="*/ 468989 h 485264"/>
                <a:gd name="connsiteX2" fmla="*/ 509388 w 517954"/>
                <a:gd name="connsiteY2" fmla="*/ 485264 h 485264"/>
                <a:gd name="connsiteX3" fmla="*/ 517933 w 517954"/>
                <a:gd name="connsiteY3" fmla="*/ 117795 h 485264"/>
                <a:gd name="connsiteX4" fmla="*/ 506778 w 517954"/>
                <a:gd name="connsiteY4" fmla="*/ 0 h 485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954" h="485264">
                  <a:moveTo>
                    <a:pt x="159010" y="23791"/>
                  </a:moveTo>
                  <a:cubicBezTo>
                    <a:pt x="169362" y="36548"/>
                    <a:pt x="-9922" y="456232"/>
                    <a:pt x="430" y="468989"/>
                  </a:cubicBezTo>
                  <a:lnTo>
                    <a:pt x="509388" y="485264"/>
                  </a:lnTo>
                  <a:cubicBezTo>
                    <a:pt x="512236" y="362774"/>
                    <a:pt x="518368" y="198672"/>
                    <a:pt x="517933" y="117795"/>
                  </a:cubicBezTo>
                  <a:cubicBezTo>
                    <a:pt x="517498" y="36918"/>
                    <a:pt x="510496" y="39265"/>
                    <a:pt x="506778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Ellipse 15"/>
            <p:cNvSpPr/>
            <p:nvPr/>
          </p:nvSpPr>
          <p:spPr>
            <a:xfrm>
              <a:off x="2267744" y="3044123"/>
              <a:ext cx="792088" cy="792088"/>
            </a:xfrm>
            <a:prstGeom prst="ellipse">
              <a:avLst/>
            </a:prstGeom>
            <a:noFill/>
            <a:ln w="762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uppe 28"/>
          <p:cNvGrpSpPr/>
          <p:nvPr/>
        </p:nvGrpSpPr>
        <p:grpSpPr>
          <a:xfrm>
            <a:off x="2231740" y="4005064"/>
            <a:ext cx="792088" cy="792088"/>
            <a:chOff x="2231740" y="4005064"/>
            <a:chExt cx="792088" cy="792088"/>
          </a:xfrm>
        </p:grpSpPr>
        <p:sp>
          <p:nvSpPr>
            <p:cNvPr id="19" name="Kombinationstegning 18"/>
            <p:cNvSpPr/>
            <p:nvPr/>
          </p:nvSpPr>
          <p:spPr>
            <a:xfrm flipH="1">
              <a:off x="2650740" y="4022082"/>
              <a:ext cx="373003" cy="387256"/>
            </a:xfrm>
            <a:custGeom>
              <a:avLst/>
              <a:gdLst>
                <a:gd name="connsiteX0" fmla="*/ 0 w 358923"/>
                <a:gd name="connsiteY0" fmla="*/ 0 h 461473"/>
                <a:gd name="connsiteX1" fmla="*/ 350378 w 358923"/>
                <a:gd name="connsiteY1" fmla="*/ 461473 h 461473"/>
                <a:gd name="connsiteX2" fmla="*/ 358923 w 358923"/>
                <a:gd name="connsiteY2" fmla="*/ 94004 h 461473"/>
                <a:gd name="connsiteX3" fmla="*/ 358923 w 358923"/>
                <a:gd name="connsiteY3" fmla="*/ 94004 h 461473"/>
                <a:gd name="connsiteX0" fmla="*/ 0 w 358944"/>
                <a:gd name="connsiteY0" fmla="*/ 23791 h 485264"/>
                <a:gd name="connsiteX1" fmla="*/ 350378 w 358944"/>
                <a:gd name="connsiteY1" fmla="*/ 485264 h 485264"/>
                <a:gd name="connsiteX2" fmla="*/ 358923 w 358944"/>
                <a:gd name="connsiteY2" fmla="*/ 117795 h 485264"/>
                <a:gd name="connsiteX3" fmla="*/ 347768 w 358944"/>
                <a:gd name="connsiteY3" fmla="*/ 0 h 485264"/>
                <a:gd name="connsiteX0" fmla="*/ 159010 w 517954"/>
                <a:gd name="connsiteY0" fmla="*/ 23791 h 485264"/>
                <a:gd name="connsiteX1" fmla="*/ 430 w 517954"/>
                <a:gd name="connsiteY1" fmla="*/ 468989 h 485264"/>
                <a:gd name="connsiteX2" fmla="*/ 509388 w 517954"/>
                <a:gd name="connsiteY2" fmla="*/ 485264 h 485264"/>
                <a:gd name="connsiteX3" fmla="*/ 517933 w 517954"/>
                <a:gd name="connsiteY3" fmla="*/ 117795 h 485264"/>
                <a:gd name="connsiteX4" fmla="*/ 506778 w 517954"/>
                <a:gd name="connsiteY4" fmla="*/ 0 h 485264"/>
                <a:gd name="connsiteX0" fmla="*/ 230077 w 517837"/>
                <a:gd name="connsiteY0" fmla="*/ 66625 h 485264"/>
                <a:gd name="connsiteX1" fmla="*/ 313 w 517837"/>
                <a:gd name="connsiteY1" fmla="*/ 468989 h 485264"/>
                <a:gd name="connsiteX2" fmla="*/ 509271 w 517837"/>
                <a:gd name="connsiteY2" fmla="*/ 485264 h 485264"/>
                <a:gd name="connsiteX3" fmla="*/ 517816 w 517837"/>
                <a:gd name="connsiteY3" fmla="*/ 117795 h 485264"/>
                <a:gd name="connsiteX4" fmla="*/ 506661 w 517837"/>
                <a:gd name="connsiteY4" fmla="*/ 0 h 485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837" h="485264">
                  <a:moveTo>
                    <a:pt x="230077" y="66625"/>
                  </a:moveTo>
                  <a:cubicBezTo>
                    <a:pt x="240429" y="79382"/>
                    <a:pt x="-10039" y="456232"/>
                    <a:pt x="313" y="468989"/>
                  </a:cubicBezTo>
                  <a:lnTo>
                    <a:pt x="509271" y="485264"/>
                  </a:lnTo>
                  <a:cubicBezTo>
                    <a:pt x="512119" y="362774"/>
                    <a:pt x="518251" y="198672"/>
                    <a:pt x="517816" y="117795"/>
                  </a:cubicBezTo>
                  <a:cubicBezTo>
                    <a:pt x="517381" y="36918"/>
                    <a:pt x="510379" y="39265"/>
                    <a:pt x="506661" y="0"/>
                  </a:cubicBezTo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Ellipse 19"/>
            <p:cNvSpPr/>
            <p:nvPr/>
          </p:nvSpPr>
          <p:spPr>
            <a:xfrm>
              <a:off x="2231740" y="4005064"/>
              <a:ext cx="792088" cy="792088"/>
            </a:xfrm>
            <a:prstGeom prst="ellipse">
              <a:avLst/>
            </a:prstGeom>
            <a:noFill/>
            <a:ln w="762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uppe 24"/>
          <p:cNvGrpSpPr/>
          <p:nvPr/>
        </p:nvGrpSpPr>
        <p:grpSpPr>
          <a:xfrm>
            <a:off x="1151620" y="4005064"/>
            <a:ext cx="792088" cy="792088"/>
            <a:chOff x="4499992" y="2996952"/>
            <a:chExt cx="792088" cy="792088"/>
          </a:xfrm>
        </p:grpSpPr>
        <p:sp>
          <p:nvSpPr>
            <p:cNvPr id="23" name="Kombinationstegning 22"/>
            <p:cNvSpPr/>
            <p:nvPr/>
          </p:nvSpPr>
          <p:spPr>
            <a:xfrm flipH="1">
              <a:off x="4896036" y="3013970"/>
              <a:ext cx="258350" cy="387256"/>
            </a:xfrm>
            <a:custGeom>
              <a:avLst/>
              <a:gdLst>
                <a:gd name="connsiteX0" fmla="*/ 0 w 358923"/>
                <a:gd name="connsiteY0" fmla="*/ 0 h 461473"/>
                <a:gd name="connsiteX1" fmla="*/ 350378 w 358923"/>
                <a:gd name="connsiteY1" fmla="*/ 461473 h 461473"/>
                <a:gd name="connsiteX2" fmla="*/ 358923 w 358923"/>
                <a:gd name="connsiteY2" fmla="*/ 94004 h 461473"/>
                <a:gd name="connsiteX3" fmla="*/ 358923 w 358923"/>
                <a:gd name="connsiteY3" fmla="*/ 94004 h 461473"/>
                <a:gd name="connsiteX0" fmla="*/ 0 w 358944"/>
                <a:gd name="connsiteY0" fmla="*/ 23791 h 485264"/>
                <a:gd name="connsiteX1" fmla="*/ 350378 w 358944"/>
                <a:gd name="connsiteY1" fmla="*/ 485264 h 485264"/>
                <a:gd name="connsiteX2" fmla="*/ 358923 w 358944"/>
                <a:gd name="connsiteY2" fmla="*/ 117795 h 485264"/>
                <a:gd name="connsiteX3" fmla="*/ 347768 w 358944"/>
                <a:gd name="connsiteY3" fmla="*/ 0 h 485264"/>
                <a:gd name="connsiteX0" fmla="*/ 0 w 308003"/>
                <a:gd name="connsiteY0" fmla="*/ 77334 h 485264"/>
                <a:gd name="connsiteX1" fmla="*/ 299437 w 308003"/>
                <a:gd name="connsiteY1" fmla="*/ 485264 h 485264"/>
                <a:gd name="connsiteX2" fmla="*/ 307982 w 308003"/>
                <a:gd name="connsiteY2" fmla="*/ 117795 h 485264"/>
                <a:gd name="connsiteX3" fmla="*/ 296827 w 308003"/>
                <a:gd name="connsiteY3" fmla="*/ 0 h 485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8003" h="485264">
                  <a:moveTo>
                    <a:pt x="0" y="77334"/>
                  </a:moveTo>
                  <a:lnTo>
                    <a:pt x="299437" y="485264"/>
                  </a:lnTo>
                  <a:cubicBezTo>
                    <a:pt x="302285" y="362774"/>
                    <a:pt x="308417" y="198672"/>
                    <a:pt x="307982" y="117795"/>
                  </a:cubicBezTo>
                  <a:cubicBezTo>
                    <a:pt x="307547" y="36918"/>
                    <a:pt x="300545" y="39265"/>
                    <a:pt x="296827" y="0"/>
                  </a:cubicBezTo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Ellipse 23"/>
            <p:cNvSpPr/>
            <p:nvPr/>
          </p:nvSpPr>
          <p:spPr>
            <a:xfrm>
              <a:off x="4499992" y="2996952"/>
              <a:ext cx="792088" cy="792088"/>
            </a:xfrm>
            <a:prstGeom prst="ellipse">
              <a:avLst/>
            </a:prstGeom>
            <a:noFill/>
            <a:ln w="762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ekstboks 27"/>
          <p:cNvSpPr txBox="1"/>
          <p:nvPr/>
        </p:nvSpPr>
        <p:spPr>
          <a:xfrm>
            <a:off x="3275856" y="4224696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……</a:t>
            </a:r>
            <a:endParaRPr lang="en-US" dirty="0"/>
          </a:p>
        </p:txBody>
      </p:sp>
      <p:grpSp>
        <p:nvGrpSpPr>
          <p:cNvPr id="34" name="Gruppe 33"/>
          <p:cNvGrpSpPr/>
          <p:nvPr/>
        </p:nvGrpSpPr>
        <p:grpSpPr>
          <a:xfrm>
            <a:off x="6012160" y="3986078"/>
            <a:ext cx="792088" cy="792088"/>
            <a:chOff x="6012160" y="3986078"/>
            <a:chExt cx="792088" cy="792088"/>
          </a:xfrm>
        </p:grpSpPr>
        <p:sp>
          <p:nvSpPr>
            <p:cNvPr id="31" name="Ellipse 30"/>
            <p:cNvSpPr/>
            <p:nvPr/>
          </p:nvSpPr>
          <p:spPr>
            <a:xfrm>
              <a:off x="6048164" y="4022082"/>
              <a:ext cx="720080" cy="720080"/>
            </a:xfrm>
            <a:prstGeom prst="ellipse">
              <a:avLst/>
            </a:prstGeom>
            <a:solidFill>
              <a:srgbClr val="92D050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Ellipse 32"/>
            <p:cNvSpPr/>
            <p:nvPr/>
          </p:nvSpPr>
          <p:spPr>
            <a:xfrm>
              <a:off x="6012160" y="3986078"/>
              <a:ext cx="792088" cy="792088"/>
            </a:xfrm>
            <a:prstGeom prst="ellipse">
              <a:avLst/>
            </a:prstGeom>
            <a:noFill/>
            <a:ln w="762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uppe 34"/>
          <p:cNvGrpSpPr/>
          <p:nvPr/>
        </p:nvGrpSpPr>
        <p:grpSpPr>
          <a:xfrm>
            <a:off x="7020272" y="3986078"/>
            <a:ext cx="792088" cy="792088"/>
            <a:chOff x="6012160" y="3986078"/>
            <a:chExt cx="792088" cy="792088"/>
          </a:xfrm>
        </p:grpSpPr>
        <p:sp>
          <p:nvSpPr>
            <p:cNvPr id="36" name="Ellipse 35"/>
            <p:cNvSpPr/>
            <p:nvPr/>
          </p:nvSpPr>
          <p:spPr>
            <a:xfrm>
              <a:off x="6048164" y="4022082"/>
              <a:ext cx="720080" cy="720080"/>
            </a:xfrm>
            <a:prstGeom prst="ellipse">
              <a:avLst/>
            </a:prstGeom>
            <a:solidFill>
              <a:srgbClr val="92D050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Ellipse 36"/>
            <p:cNvSpPr/>
            <p:nvPr/>
          </p:nvSpPr>
          <p:spPr>
            <a:xfrm>
              <a:off x="6012160" y="3986078"/>
              <a:ext cx="792088" cy="792088"/>
            </a:xfrm>
            <a:prstGeom prst="ellipse">
              <a:avLst/>
            </a:prstGeom>
            <a:noFill/>
            <a:ln w="762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 descr="C:\Users\Thomas\AppData\Local\Microsoft\Windows\Temporary Internet Files\Content.IE5\WTC3LKPD\MC90043158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436" y="1772816"/>
            <a:ext cx="1828572" cy="1828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Thomas\AppData\Local\Microsoft\Windows\Temporary Internet Files\Content.IE5\WLI58YSG\MC900432530[1].png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4073040"/>
            <a:ext cx="850794" cy="669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AutoShape 5" descr="data:image/jpeg;base64,/9j/4AAQSkZJRgABAQAAAQABAAD/2wCEAAkGBwgHBgkIBwgKCgkLFRYZDQwMDRsUIBAWIB0iIiAdHx8kNCssMC8xMx8fLDMxNDQrNDUzLCwzPDMsNzQtLisBCgoKBQUFDgUFDisZExkrKysrKysrKysrKysrKysrKysrKysrKysrKysrKysrKysrKysrKysrKysrKysrKysrK//AABEIAOEA4QMBIgACEQEDEQH/xAAbAAEAAwEBAQEAAAAAAAAAAAAABAYIBwIFA//EADIQAQAAAwUFCAICAgMAAAAAAAABBAUCAzdzwgYHEReyCDVUVnSSlLESMVGBIUETFBX/xAAUAQEAAAAAAAAAAAAAAAAAAAAA/8QAFBEBAAAAAAAAAAAAAAAAAAAAAP/aAAwDAQACEQMRAD8A7iAAAAAAAAAAAAAAAAAAAAAAAAAAAAAAAAAAAAAAAAAAAAAAAAAAAAAAAAAAAAAAAAAAAAAAAAAAAAAAAAAAAAAAAAAAAAAAAAjVGflaZJXs7P39m4lrmHG8vLf6sw/X+UlUt7GHVdytUAe+Y+xvmGS98TmPsb5hkvfFkYBrnmPsb5hkvfE5j7G+YZL3xZGAbckJyWqEnczklfWb6XvoQtXd5Z/VqH8wfurO7PD+gensfSzAPN5bs3V3avLyP42LMIxtRj/qEHpFqndk3l2+mIK/zH2N8wyXvicx9jfMMl74sjANc8x9jfMMl74nMfY3zDJe+LIwDatHrFPrcn/3KTN3c1L8Y2f+S7jxhxh+4JzmvZ+w/hn3ul0oAAAAAAAAAAAAAABUt7GHVdytUFtVLexh1XcrVAGSQAAAa93Z4f0D09j6WZWd2eH9A9PY+lmARap3ZN5dvpilItU7sm8u30xBiYAAAGmez9h/DPvdLpTmvZ+w/hn3ul0oAAAAAAAAAAAAAABUt7GHVdytUFtVLexh1XcrVAGSQAAAa93Z4f0D09j6WZWd2eH9A9PY+lmARap3ZN5dvpilItU7sm8u30xBiYAAAGmez9h/DPvdLpTmvZ+w/hn3ul0oAAAAAAAAAAAAAABUt7GHVdytUFtVLexh1XcrVAGSQAAAa93Z4f0D09j6WZWd2eH9A9PY+lmARap3ZN5dvpilItU7sm8u30xBiYAAAGmez9h/DPvdLpTmvZ+w/hn3ul0oAAAAAAAAAAAAAABUt7GHVdytUFtVLexh1XcrVAGSQAAAa93Z4f0D09j6WZWd2eH9A9PY+lmARap3ZN5dvpilItU7sm8u30xBiYAAAGmez9h/DPvdLpTmvZ+w/hn3ul0oAAAAAAAAAAAAAABUt7GHVdytUFtVLexh1XcrVAGSQAAAa93Z4f0D09j6WZWd2eH9A9PY+lmARap3ZN5dvpilItU7sm8u30xBiYAAAGmez9h/DPvdLpTmvZ+w/hn3ul0oAAAAAAAAAAAAAABUt7GHVdytUFtVLexh1XcrVAGSQAAAa93Z4f0D09j6WZWd2eH9A9PY+lmARap3ZN5dvpilItU7sm8u30xBiYAAAGmez9h/DPvdLpTmvZ+w/hn3ul0oAAAAAAAAAAAAAABUt7GHVdytUFtQa5SZWuUmZpk/C3GWmYcLyFi1+MeHHj+/6Bioad5KbGeHnPkxOSmxnh5z5MQZiGneSmxnh5z5MTkpsZ4ec+TEFg3Z4f0D09j6WZDo9Nl6PS5amyULUJeWsws3cLVrjHhD+YpgCLVO7JvLt9MUp4v7qzf3N5c2+P43kIwjw/iMOAMPjTvJTYzw858mJyU2M8POfJiDMQ07yU2M8POfJiclNjPDznyYg/Ps/Yfwz73S6U+Rsvs5T9lqX/5tJs3lmW/K1a4Xlv8AKPGPDj/n+n1wAAAAAAAAAAAAAAAAAAAAAAAAAAAAAAAAAAAAAAAAAAAAAAAAAAAAAAAAAAAAAAAAAAAAAAAAAAAAAAAAAAAAAAAAAAAAAAAAAAAAAAAAAAAAAAAAAAAAAAAAAAAAAAAAf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AutoShape 7" descr="data:image/jpeg;base64,/9j/4AAQSkZJRgABAQAAAQABAAD/2wCEAAkGBwgHBgkIBwgKCgkLFRYZDQwMDRsUIBAWIB0iIiAdHx8kNCssMC8xMx8fLDMxNDQrNDUzLCwzPDMsNzQtLisBCgoKBQUFDgUFDisZExkrKysrKysrKysrKysrKysrKysrKysrKysrKysrKysrKysrKysrKysrKysrKysrKysrK//AABEIAOEA4QMBIgACEQEDEQH/xAAbAAEAAwEBAQEAAAAAAAAAAAAABAYIBwIFA//EADIQAQAAAwUFCAICAgMAAAAAAAABBAUCAzdzwgYHEReyCDVUVnSSlLESMVGBIUETFBX/xAAUAQEAAAAAAAAAAAAAAAAAAAAA/8QAFBEBAAAAAAAAAAAAAAAAAAAAAP/aAAwDAQACEQMRAD8A7iAAAAAAAAAAAAAAAAAAAAAAAAAAAAAAAAAAAAAAAAAAAAAAAAAAAAAAAAAAAAAAAAAAAAAAAAAAAAAAAAAAAAAAAAAAAAAAAAjVGflaZJXs7P39m4lrmHG8vLf6sw/X+UlUt7GHVdytUAe+Y+xvmGS98TmPsb5hkvfFkYBrnmPsb5hkvfE5j7G+YZL3xZGAbckJyWqEnczklfWb6XvoQtXd5Z/VqH8wfurO7PD+gensfSzAPN5bs3V3avLyP42LMIxtRj/qEHpFqndk3l2+mIK/zH2N8wyXvicx9jfMMl74sjANc8x9jfMMl74nMfY3zDJe+LIwDatHrFPrcn/3KTN3c1L8Y2f+S7jxhxh+4JzmvZ+w/hn3ul0oAAAAAAAAAAAAAABUt7GHVdytUFtVLexh1XcrVAGSQAAAa93Z4f0D09j6WZWd2eH9A9PY+lmARap3ZN5dvpilItU7sm8u30xBiYAAAGmez9h/DPvdLpTmvZ+w/hn3ul0oAAAAAAAAAAAAAABUt7GHVdytUFtVLexh1XcrVAGSQAAAa93Z4f0D09j6WZWd2eH9A9PY+lmARap3ZN5dvpilItU7sm8u30xBiYAAAGmez9h/DPvdLpTmvZ+w/hn3ul0oAAAAAAAAAAAAAABUt7GHVdytUFtVLexh1XcrVAGSQAAAa93Z4f0D09j6WZWd2eH9A9PY+lmARap3ZN5dvpilItU7sm8u30xBiYAAAGmez9h/DPvdLpTmvZ+w/hn3ul0oAAAAAAAAAAAAAABUt7GHVdytUFtVLexh1XcrVAGSQAAAa93Z4f0D09j6WZWd2eH9A9PY+lmARap3ZN5dvpilItU7sm8u30xBiYAAAGmez9h/DPvdLpTmvZ+w/hn3ul0oAAAAAAAAAAAAAABUt7GHVdytUFtVLexh1XcrVAGSQAAAa93Z4f0D09j6WZWd2eH9A9PY+lmARap3ZN5dvpilItU7sm8u30xBiYAAAGmez9h/DPvdLpTmvZ+w/hn3ul0oAAAAAAAAAAAAAABUt7GHVdytUFtVLexh1XcrVAGSQAAAa93Z4f0D09j6WZWd2eH9A9PY+lmARap3ZN5dvpilItU7sm8u30xBiYAAAGmez9h/DPvdLpTmvZ+w/hn3ul0oAAAAAAAAAAAAAABUt7GHVdytUFtQa5SZWuUmZpk/C3GWmYcLyFi1+MeHHj+/6Bioad5KbGeHnPkxOSmxnh5z5MQZiGneSmxnh5z5MTkpsZ4ec+TEFg3Z4f0D09j6WZDo9Nl6PS5amyULUJeWsws3cLVrjHhD+YpgCLVO7JvLt9MUp4v7qzf3N5c2+P43kIwjw/iMOAMPjTvJTYzw858mJyU2M8POfJiDMQ07yU2M8POfJiclNjPDznyYg/Ps/Yfwz73S6U+Rsvs5T9lqX/5tJs3lmW/K1a4Xlv8AKPGPDj/n+n1wAAAAAAAAAAAAAAAAAAAAAAAAAAAAAAAAAAAAAAAAAAAAAAAAAAAAAAAAAAAAAAAAAAAAAAAAAAAAAAAAAAAAAAAAAAAAAAAAAAAAAAAAAAAAAAAAAAAAAAAAAAAAAAAAf//Z"/>
          <p:cNvSpPr>
            <a:spLocks noChangeAspect="1" noChangeArrowheads="1"/>
          </p:cNvSpPr>
          <p:nvPr/>
        </p:nvSpPr>
        <p:spPr bwMode="auto">
          <a:xfrm>
            <a:off x="1395264" y="518481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43" name="AutoShape 9" descr="data:image/jpeg;base64,/9j/4AAQSkZJRgABAQAAAQABAAD/2wCEAAkGBwgHBgkIBwgKCgkLFRYZDQwMDRsUIBAWIB0iIiAdHx8kNCssMC8xMx8fLDMxNDQrNDUzLCwzPDMsNzQtLisBCgoKBQUFDgUFDisZExkrKysrKysrKysrKysrKysrKysrKysrKysrKysrKysrKysrKysrKysrKysrKysrKysrK//AABEIAOEA4QMBIgACEQEDEQH/xAAbAAEAAwEBAQEAAAAAAAAAAAAABAYIBwIFA//EADIQAQAAAwUFCAICAgMAAAAAAAABBAUCAzdzwgYHEReyCDVUVnSSlLESMVGBIUETFBX/xAAUAQEAAAAAAAAAAAAAAAAAAAAA/8QAFBEBAAAAAAAAAAAAAAAAAAAAAP/aAAwDAQACEQMRAD8A7iAAAAAAAAAAAAAAAAAAAAAAAAAAAAAAAAAAAAAAAAAAAAAAAAAAAAAAAAAAAAAAAAAAAAAAAAAAAAAAAAAAAAAAAAAAAAAAAAjVGflaZJXs7P39m4lrmHG8vLf6sw/X+UlUt7GHVdytUAe+Y+xvmGS98TmPsb5hkvfFkYBrnmPsb5hkvfE5j7G+YZL3xZGAbckJyWqEnczklfWb6XvoQtXd5Z/VqH8wfurO7PD+gensfSzAPN5bs3V3avLyP42LMIxtRj/qEHpFqndk3l2+mIK/zH2N8wyXvicx9jfMMl74sjANc8x9jfMMl74nMfY3zDJe+LIwDatHrFPrcn/3KTN3c1L8Y2f+S7jxhxh+4JzmvZ+w/hn3ul0oAAAAAAAAAAAAAABUt7GHVdytUFtVLexh1XcrVAGSQAAAa93Z4f0D09j6WZWd2eH9A9PY+lmARap3ZN5dvpilItU7sm8u30xBiYAAAGmez9h/DPvdLpTmvZ+w/hn3ul0oAAAAAAAAAAAAAABUt7GHVdytUFtVLexh1XcrVAGSQAAAa93Z4f0D09j6WZWd2eH9A9PY+lmARap3ZN5dvpilItU7sm8u30xBiYAAAGmez9h/DPvdLpTmvZ+w/hn3ul0oAAAAAAAAAAAAAABUt7GHVdytUFtVLexh1XcrVAGSQAAAa93Z4f0D09j6WZWd2eH9A9PY+lmARap3ZN5dvpilItU7sm8u30xBiYAAAGmez9h/DPvdLpTmvZ+w/hn3ul0oAAAAAAAAAAAAAABUt7GHVdytUFtVLexh1XcrVAGSQAAAa93Z4f0D09j6WZWd2eH9A9PY+lmARap3ZN5dvpilItU7sm8u30xBiYAAAGmez9h/DPvdLpTmvZ+w/hn3ul0oAAAAAAAAAAAAAABUt7GHVdytUFtVLexh1XcrVAGSQAAAa93Z4f0D09j6WZWd2eH9A9PY+lmARap3ZN5dvpilItU7sm8u30xBiYAAAGmez9h/DPvdLpTmvZ+w/hn3ul0oAAAAAAAAAAAAAABUt7GHVdytUFtVLexh1XcrVAGSQAAAa93Z4f0D09j6WZWd2eH9A9PY+lmARap3ZN5dvpilItU7sm8u30xBiYAAAGmez9h/DPvdLpTmvZ+w/hn3ul0oAAAAAAAAAAAAAABUt7GHVdytUFtQa5SZWuUmZpk/C3GWmYcLyFi1+MeHHj+/6Bioad5KbGeHnPkxOSmxnh5z5MQZiGneSmxnh5z5MTkpsZ4ec+TEFg3Z4f0D09j6WZDo9Nl6PS5amyULUJeWsws3cLVrjHhD+YpgCLVO7JvLt9MUp4v7qzf3N5c2+P43kIwjw/iMOAMPjTvJTYzw858mJyU2M8POfJiDMQ07yU2M8POfJiclNjPDznyYg/Ps/Yfwz73S6U+Rsvs5T9lqX/5tJs3lmW/K1a4Xlv8AKPGPDj/n+n1wAAAAAAAAAAAAAAAAAAAAAAAAAAAAAAAAAAAAAAAAAAAAAAAAAAAAAAAAAAAAAAAAAAAAAAAAAAAAAAAAAAAAAAAAAAAAAAAAAAAAAAAAAAAAAAAAAAAAAAAAAAAAAAAAf//Z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5" y="5014066"/>
            <a:ext cx="3150581" cy="890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Ellipse 41"/>
          <p:cNvSpPr/>
          <p:nvPr/>
        </p:nvSpPr>
        <p:spPr>
          <a:xfrm>
            <a:off x="1545602" y="5063294"/>
            <a:ext cx="792088" cy="792088"/>
          </a:xfrm>
          <a:prstGeom prst="ellipse">
            <a:avLst/>
          </a:prstGeom>
          <a:noFill/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31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Interrupt Task</a:t>
            </a:r>
            <a:endParaRPr lang="en-US" dirty="0"/>
          </a:p>
        </p:txBody>
      </p:sp>
      <p:pic>
        <p:nvPicPr>
          <p:cNvPr id="1028" name="Picture 4" descr="http://www.keil.com/support/man/docs/mcbstr7/mcbstr7_interrupt_func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844824"/>
            <a:ext cx="4762500" cy="229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ktangel 4"/>
          <p:cNvSpPr/>
          <p:nvPr/>
        </p:nvSpPr>
        <p:spPr>
          <a:xfrm>
            <a:off x="1619672" y="2204864"/>
            <a:ext cx="720080" cy="1800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83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</Words>
  <Application>Microsoft Office PowerPoint</Application>
  <PresentationFormat>Skærmshow (4:3)</PresentationFormat>
  <Paragraphs>2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Diastitler</vt:lpstr>
      </vt:variant>
      <vt:variant>
        <vt:i4>3</vt:i4>
      </vt:variant>
    </vt:vector>
  </HeadingPairs>
  <TitlesOfParts>
    <vt:vector size="4" baseType="lpstr">
      <vt:lpstr>Kontortema</vt:lpstr>
      <vt:lpstr>PowerPoint-præsentation</vt:lpstr>
      <vt:lpstr>PowerPoint-præsentation</vt:lpstr>
      <vt:lpstr>Interrupt Task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Thomas Hjelm</dc:creator>
  <cp:lastModifiedBy>Thomas Hjelm</cp:lastModifiedBy>
  <cp:revision>6</cp:revision>
  <dcterms:created xsi:type="dcterms:W3CDTF">2013-03-02T17:36:26Z</dcterms:created>
  <dcterms:modified xsi:type="dcterms:W3CDTF">2013-03-03T21:55:29Z</dcterms:modified>
</cp:coreProperties>
</file>