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7" r:id="rId2"/>
    <p:sldId id="278" r:id="rId3"/>
    <p:sldId id="273" r:id="rId4"/>
    <p:sldId id="276" r:id="rId5"/>
    <p:sldId id="275" r:id="rId6"/>
    <p:sldId id="274" r:id="rId7"/>
    <p:sldId id="262" r:id="rId8"/>
    <p:sldId id="272" r:id="rId9"/>
    <p:sldId id="271" r:id="rId10"/>
    <p:sldId id="270" r:id="rId11"/>
    <p:sldId id="269" r:id="rId12"/>
    <p:sldId id="267" r:id="rId13"/>
    <p:sldId id="268" r:id="rId14"/>
    <p:sldId id="266" r:id="rId15"/>
    <p:sldId id="264" r:id="rId16"/>
    <p:sldId id="265" r:id="rId17"/>
    <p:sldId id="259" r:id="rId18"/>
    <p:sldId id="263" r:id="rId19"/>
    <p:sldId id="261" r:id="rId20"/>
    <p:sldId id="257" r:id="rId21"/>
    <p:sldId id="260" r:id="rId22"/>
    <p:sldId id="258" r:id="rId23"/>
    <p:sldId id="256" r:id="rId24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19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EBF2"/>
    <a:srgbClr val="54A3E7"/>
    <a:srgbClr val="BAB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35"/>
    <p:restoredTop sz="86341"/>
  </p:normalViewPr>
  <p:slideViewPr>
    <p:cSldViewPr snapToGrid="0" snapToObjects="1">
      <p:cViewPr varScale="1">
        <p:scale>
          <a:sx n="58" d="100"/>
          <a:sy n="58" d="100"/>
        </p:scale>
        <p:origin x="512" y="184"/>
      </p:cViewPr>
      <p:guideLst>
        <p:guide orient="horz" pos="1933"/>
        <p:guide pos="19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DD5B6-657D-4547-AE96-3BC4CE281869}" type="datetimeFigureOut">
              <a:rPr lang="en-US" smtClean="0"/>
              <a:t>3/27/21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D0A62-2832-4F4E-8FE9-D6F30CC92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33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D0A62-2832-4F4E-8FE9-D6F30CC920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31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D0A62-2832-4F4E-8FE9-D6F30CC920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58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D0A62-2832-4F4E-8FE9-D6F30CC920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31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D0A62-2832-4F4E-8FE9-D6F30CC920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645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D0A62-2832-4F4E-8FE9-D6F30CC920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98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D0A62-2832-4F4E-8FE9-D6F30CC920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090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D0A62-2832-4F4E-8FE9-D6F30CC9208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2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D0A62-2832-4F4E-8FE9-D6F30CC920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02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8B33-F6E9-0E40-926E-0F1663F17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BD32F3-F5FF-8A41-AC22-C78F4C8A40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4C89D-8656-F046-8615-D51881550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94C0-594C-554E-8A11-4BEF94F798AE}" type="datetimeFigureOut">
              <a:rPr lang="en-US" smtClean="0"/>
              <a:t>3/27/21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D7030-9DB5-724D-831A-C709F8108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3B595-850E-1E4A-8DE2-0F75E5087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983B-E72B-2348-A1FA-B82860FB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67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0385-9DFE-7F49-8F65-520D8C8F2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D4D3E-11FD-8447-A75B-383A15A8A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9AC1D-BAD4-D841-85EE-11AE2F640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94C0-594C-554E-8A11-4BEF94F798AE}" type="datetimeFigureOut">
              <a:rPr lang="en-US" smtClean="0"/>
              <a:t>3/27/21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753B7-30E0-C046-A270-8B4F26067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69476-3E33-4D43-A485-CAD61A72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983B-E72B-2348-A1FA-B82860FB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06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9A870-58D8-8546-BF92-7F54CC5BB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2BAC2-3808-804C-87FC-052585288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60DF1-EB83-9F4C-97F4-6E53F6203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94C0-594C-554E-8A11-4BEF94F798AE}" type="datetimeFigureOut">
              <a:rPr lang="en-US" smtClean="0"/>
              <a:t>3/27/21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E5851-C588-CA41-BD39-A0162E12E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BEC35-D094-D640-A3BD-10522B30A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983B-E72B-2348-A1FA-B82860FB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88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0E14E-38E0-8844-ACDA-7029B0BBC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78B1C-2C1A-0A4C-8B04-C5EF69D22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1FA66-1DA3-944D-BC8A-C5546BE73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C9AC0-067E-9B4A-AE8C-51EE9CA33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94C0-594C-554E-8A11-4BEF94F798AE}" type="datetimeFigureOut">
              <a:rPr lang="en-US" smtClean="0"/>
              <a:t>3/27/21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8692B-D0F2-2340-A869-6CFF48470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93334-25A6-344E-9684-CB70EEF5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983B-E72B-2348-A1FA-B82860FB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75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4EE02-1579-794A-A2B3-33387796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5976D-18CB-2346-9AD8-14D31A049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04498-D74C-5144-A53B-62E8F0EBC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281B2E-7263-9C4B-B62F-4105AF8DF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9CB8C6-1F6E-D243-8F9C-9D470FD729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2196B5-C56E-5D4A-B529-17F4B92BE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94C0-594C-554E-8A11-4BEF94F798AE}" type="datetimeFigureOut">
              <a:rPr lang="en-US" smtClean="0"/>
              <a:t>3/27/21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2C10EC-001A-2F41-8859-2C018C472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F0DF7C-81B4-6141-AF6A-B969CB4DC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983B-E72B-2348-A1FA-B82860FB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00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8B9A9-B785-0540-B70B-C6D101ED2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49F702-D657-884F-9CE9-7E673B4A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94C0-594C-554E-8A11-4BEF94F798AE}" type="datetimeFigureOut">
              <a:rPr lang="en-US" smtClean="0"/>
              <a:t>3/27/21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E0EA53-97EA-B042-8E2B-50D710BAB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459E0-1B69-4942-91F3-93ABAA216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983B-E72B-2348-A1FA-B82860FB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19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D06DBE-FEBE-8C4C-AD3B-19ED79919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94C0-594C-554E-8A11-4BEF94F798AE}" type="datetimeFigureOut">
              <a:rPr lang="en-US" smtClean="0"/>
              <a:t>3/27/21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48AA0A-1A04-CE47-9D09-A981A8E04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B71A6-E0B9-164D-89B8-066FD6801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983B-E72B-2348-A1FA-B82860FB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15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60C0-2AE8-E34E-BCFF-80972978A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54427-9540-AF4B-9552-40F59643F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1A1A0-8805-FE4E-9609-A97D383EC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C1C89-ACCD-F943-8FC4-02A7D6F09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94C0-594C-554E-8A11-4BEF94F798AE}" type="datetimeFigureOut">
              <a:rPr lang="en-US" smtClean="0"/>
              <a:t>3/27/21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B77E3-0733-D142-A506-BD4AB5067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E5530-F911-8847-BAE2-62888C7E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983B-E72B-2348-A1FA-B82860FB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869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CED4D-D30E-6A44-8442-556B7DE1F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5919F-63AE-F64A-BE67-05A3804E8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07887-C023-1F43-A0FF-E38FF0E79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5F931-6EDA-0C4D-B2DC-AA097DF3C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94C0-594C-554E-8A11-4BEF94F798AE}" type="datetimeFigureOut">
              <a:rPr lang="en-US" smtClean="0"/>
              <a:t>3/27/21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E29B7-33A6-104F-8CE4-523406A2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3397A-6760-6D4E-B086-64C05303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983B-E72B-2348-A1FA-B82860FB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56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D7C27-C1D3-7740-B5AD-BE9AA9A6C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85105-CB82-5445-B482-50018AC0A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9B147-D213-FF40-B8FD-31619235E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94C0-594C-554E-8A11-4BEF94F798AE}" type="datetimeFigureOut">
              <a:rPr lang="en-US" smtClean="0"/>
              <a:t>3/27/21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679C4-199B-8640-B0BC-DDA18F176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C9584-2C1A-DF4B-BB8E-8E6B034E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983B-E72B-2348-A1FA-B82860FB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7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18CA07-EDC6-3846-8632-1B4696A8A1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F9A66-9111-154F-8B8C-CFCCC6ADA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6E680-4EEE-5B4E-A988-7CE324809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94C0-594C-554E-8A11-4BEF94F798AE}" type="datetimeFigureOut">
              <a:rPr lang="en-US" smtClean="0"/>
              <a:t>3/27/21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18BF5-6603-104E-B614-BB25DF01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5EF08-3569-2E46-A58C-A2AFC27CA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7983B-E72B-2348-A1FA-B82860FB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3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D1B566-DEDF-EA41-BE74-54E65D289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5DECE-E532-A74A-9E64-78290A7E6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44541-1FA4-8D45-8E1E-8AC3C1A4B0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094C0-594C-554E-8A11-4BEF94F798AE}" type="datetimeFigureOut">
              <a:rPr lang="en-US" smtClean="0"/>
              <a:t>3/27/21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02B85-1CEA-7F4F-A8F8-EA37DD12AC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F2D60-6565-A749-ABA5-93F384258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7983B-E72B-2348-A1FA-B82860FB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61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svg"/><Relationship Id="rId7" Type="http://schemas.openxmlformats.org/officeDocument/2006/relationships/image" Target="../media/image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2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1.png"/><Relationship Id="rId7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3899574" y="1899037"/>
            <a:ext cx="94395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TodoCatalyst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15E8D5C-C9D9-7143-8351-1B22426E0159}"/>
              </a:ext>
            </a:extLst>
          </p:cNvPr>
          <p:cNvSpPr txBox="1"/>
          <p:nvPr/>
        </p:nvSpPr>
        <p:spPr>
          <a:xfrm>
            <a:off x="3983237" y="3224902"/>
            <a:ext cx="943954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effective task manager for professionals</a:t>
            </a:r>
          </a:p>
        </p:txBody>
      </p:sp>
      <p:pic>
        <p:nvPicPr>
          <p:cNvPr id="10" name="Graphic 9" descr="Yin And Yang with solid fill">
            <a:extLst>
              <a:ext uri="{FF2B5EF4-FFF2-40B4-BE49-F238E27FC236}">
                <a16:creationId xmlns:a16="http://schemas.microsoft.com/office/drawing/2014/main" id="{B336BECE-CEED-A84A-B1F4-41AFBC63B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3992" y="1874375"/>
            <a:ext cx="2022868" cy="202286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6CFFA6B5-8997-C740-9CD7-20C325C6D639}"/>
              </a:ext>
            </a:extLst>
          </p:cNvPr>
          <p:cNvSpPr/>
          <p:nvPr/>
        </p:nvSpPr>
        <p:spPr>
          <a:xfrm>
            <a:off x="2839055" y="3044032"/>
            <a:ext cx="328831" cy="3449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529B607-6E89-E145-8050-C11894D30458}"/>
              </a:ext>
            </a:extLst>
          </p:cNvPr>
          <p:cNvSpPr/>
          <p:nvPr/>
        </p:nvSpPr>
        <p:spPr>
          <a:xfrm>
            <a:off x="2844338" y="3084955"/>
            <a:ext cx="304037" cy="30403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Tick with solid fill">
            <a:extLst>
              <a:ext uri="{FF2B5EF4-FFF2-40B4-BE49-F238E27FC236}">
                <a16:creationId xmlns:a16="http://schemas.microsoft.com/office/drawing/2014/main" id="{97486A39-9A9B-8B49-97C3-07F145593F8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19017" r="1"/>
          <a:stretch/>
        </p:blipFill>
        <p:spPr>
          <a:xfrm>
            <a:off x="2700924" y="2885301"/>
            <a:ext cx="631293" cy="56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504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3899574" y="1899037"/>
            <a:ext cx="94395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TodoCatalyst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15E8D5C-C9D9-7143-8351-1B22426E0159}"/>
              </a:ext>
            </a:extLst>
          </p:cNvPr>
          <p:cNvSpPr txBox="1"/>
          <p:nvPr/>
        </p:nvSpPr>
        <p:spPr>
          <a:xfrm>
            <a:off x="3983237" y="3224902"/>
            <a:ext cx="943954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effective task manager for professionals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BAAAAE-1B10-8347-9C34-C44A919949C4}"/>
              </a:ext>
            </a:extLst>
          </p:cNvPr>
          <p:cNvGrpSpPr>
            <a:grpSpLocks noChangeAspect="1"/>
          </p:cNvGrpSpPr>
          <p:nvPr/>
        </p:nvGrpSpPr>
        <p:grpSpPr>
          <a:xfrm>
            <a:off x="1983992" y="1874375"/>
            <a:ext cx="2022868" cy="2022868"/>
            <a:chOff x="1073498" y="3957029"/>
            <a:chExt cx="1493084" cy="1493084"/>
          </a:xfrm>
        </p:grpSpPr>
        <p:pic>
          <p:nvPicPr>
            <p:cNvPr id="10" name="Graphic 9" descr="Yin And Yang with solid fill">
              <a:extLst>
                <a:ext uri="{FF2B5EF4-FFF2-40B4-BE49-F238E27FC236}">
                  <a16:creationId xmlns:a16="http://schemas.microsoft.com/office/drawing/2014/main" id="{B336BECE-CEED-A84A-B1F4-41AFBC63B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498" y="3957029"/>
              <a:ext cx="1493084" cy="1493084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CFFA6B5-8997-C740-9CD7-20C325C6D639}"/>
                </a:ext>
              </a:extLst>
            </p:cNvPr>
            <p:cNvSpPr/>
            <p:nvPr/>
          </p:nvSpPr>
          <p:spPr>
            <a:xfrm>
              <a:off x="1704622" y="4820356"/>
              <a:ext cx="242711" cy="2546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 descr="Tick with solid fill">
              <a:extLst>
                <a:ext uri="{FF2B5EF4-FFF2-40B4-BE49-F238E27FC236}">
                  <a16:creationId xmlns:a16="http://schemas.microsoft.com/office/drawing/2014/main" id="{97486A39-9A9B-8B49-97C3-07F145593F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-19017" r="1"/>
            <a:stretch/>
          </p:blipFill>
          <p:spPr>
            <a:xfrm>
              <a:off x="1605552" y="4720503"/>
              <a:ext cx="465959" cy="4171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0782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3899574" y="1899037"/>
            <a:ext cx="94395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TodoCatalyst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15E8D5C-C9D9-7143-8351-1B22426E0159}"/>
              </a:ext>
            </a:extLst>
          </p:cNvPr>
          <p:cNvSpPr txBox="1"/>
          <p:nvPr/>
        </p:nvSpPr>
        <p:spPr>
          <a:xfrm>
            <a:off x="3983237" y="3224902"/>
            <a:ext cx="9439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transforming task manager for professionals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BAAAAE-1B10-8347-9C34-C44A919949C4}"/>
              </a:ext>
            </a:extLst>
          </p:cNvPr>
          <p:cNvGrpSpPr>
            <a:grpSpLocks noChangeAspect="1"/>
          </p:cNvGrpSpPr>
          <p:nvPr/>
        </p:nvGrpSpPr>
        <p:grpSpPr>
          <a:xfrm>
            <a:off x="1983992" y="1874375"/>
            <a:ext cx="2022868" cy="2022868"/>
            <a:chOff x="1073498" y="3957029"/>
            <a:chExt cx="1493084" cy="1493084"/>
          </a:xfrm>
        </p:grpSpPr>
        <p:pic>
          <p:nvPicPr>
            <p:cNvPr id="10" name="Graphic 9" descr="Yin And Yang with solid fill">
              <a:extLst>
                <a:ext uri="{FF2B5EF4-FFF2-40B4-BE49-F238E27FC236}">
                  <a16:creationId xmlns:a16="http://schemas.microsoft.com/office/drawing/2014/main" id="{B336BECE-CEED-A84A-B1F4-41AFBC63B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498" y="3957029"/>
              <a:ext cx="1493084" cy="1493084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CFFA6B5-8997-C740-9CD7-20C325C6D639}"/>
                </a:ext>
              </a:extLst>
            </p:cNvPr>
            <p:cNvSpPr/>
            <p:nvPr/>
          </p:nvSpPr>
          <p:spPr>
            <a:xfrm>
              <a:off x="1704622" y="4820356"/>
              <a:ext cx="242711" cy="2546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 descr="Tick with solid fill">
              <a:extLst>
                <a:ext uri="{FF2B5EF4-FFF2-40B4-BE49-F238E27FC236}">
                  <a16:creationId xmlns:a16="http://schemas.microsoft.com/office/drawing/2014/main" id="{97486A39-9A9B-8B49-97C3-07F145593F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-19017" r="1"/>
            <a:stretch/>
          </p:blipFill>
          <p:spPr>
            <a:xfrm>
              <a:off x="1605552" y="4720503"/>
              <a:ext cx="465959" cy="4171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0263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3899574" y="1899037"/>
            <a:ext cx="94395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TodoCatalyst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15E8D5C-C9D9-7143-8351-1B22426E0159}"/>
              </a:ext>
            </a:extLst>
          </p:cNvPr>
          <p:cNvSpPr txBox="1"/>
          <p:nvPr/>
        </p:nvSpPr>
        <p:spPr>
          <a:xfrm>
            <a:off x="3983237" y="3224902"/>
            <a:ext cx="943954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powerful task manager for professionals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BAAAAE-1B10-8347-9C34-C44A919949C4}"/>
              </a:ext>
            </a:extLst>
          </p:cNvPr>
          <p:cNvGrpSpPr>
            <a:grpSpLocks noChangeAspect="1"/>
          </p:cNvGrpSpPr>
          <p:nvPr/>
        </p:nvGrpSpPr>
        <p:grpSpPr>
          <a:xfrm>
            <a:off x="1983992" y="1874375"/>
            <a:ext cx="2022868" cy="2022868"/>
            <a:chOff x="1073498" y="3957029"/>
            <a:chExt cx="1493084" cy="1493084"/>
          </a:xfrm>
        </p:grpSpPr>
        <p:pic>
          <p:nvPicPr>
            <p:cNvPr id="10" name="Graphic 9" descr="Yin And Yang with solid fill">
              <a:extLst>
                <a:ext uri="{FF2B5EF4-FFF2-40B4-BE49-F238E27FC236}">
                  <a16:creationId xmlns:a16="http://schemas.microsoft.com/office/drawing/2014/main" id="{B336BECE-CEED-A84A-B1F4-41AFBC63B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498" y="3957029"/>
              <a:ext cx="1493084" cy="1493084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CFFA6B5-8997-C740-9CD7-20C325C6D639}"/>
                </a:ext>
              </a:extLst>
            </p:cNvPr>
            <p:cNvSpPr/>
            <p:nvPr/>
          </p:nvSpPr>
          <p:spPr>
            <a:xfrm>
              <a:off x="1704622" y="4820356"/>
              <a:ext cx="242711" cy="2546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 descr="Tick with solid fill">
              <a:extLst>
                <a:ext uri="{FF2B5EF4-FFF2-40B4-BE49-F238E27FC236}">
                  <a16:creationId xmlns:a16="http://schemas.microsoft.com/office/drawing/2014/main" id="{97486A39-9A9B-8B49-97C3-07F145593F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-19017" r="1"/>
            <a:stretch/>
          </p:blipFill>
          <p:spPr>
            <a:xfrm>
              <a:off x="1605552" y="4720503"/>
              <a:ext cx="465959" cy="4171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3958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3899574" y="1899037"/>
            <a:ext cx="94395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TodoCatalyst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15E8D5C-C9D9-7143-8351-1B22426E0159}"/>
              </a:ext>
            </a:extLst>
          </p:cNvPr>
          <p:cNvSpPr txBox="1"/>
          <p:nvPr/>
        </p:nvSpPr>
        <p:spPr>
          <a:xfrm>
            <a:off x="4086551" y="3224902"/>
            <a:ext cx="9439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powerful task manager for professionals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BAAAAE-1B10-8347-9C34-C44A919949C4}"/>
              </a:ext>
            </a:extLst>
          </p:cNvPr>
          <p:cNvGrpSpPr>
            <a:grpSpLocks noChangeAspect="1"/>
          </p:cNvGrpSpPr>
          <p:nvPr/>
        </p:nvGrpSpPr>
        <p:grpSpPr>
          <a:xfrm>
            <a:off x="1874267" y="1879600"/>
            <a:ext cx="2022868" cy="2022868"/>
            <a:chOff x="1073498" y="3957029"/>
            <a:chExt cx="1493084" cy="1493084"/>
          </a:xfrm>
        </p:grpSpPr>
        <p:pic>
          <p:nvPicPr>
            <p:cNvPr id="10" name="Graphic 9" descr="Yin And Yang with solid fill">
              <a:extLst>
                <a:ext uri="{FF2B5EF4-FFF2-40B4-BE49-F238E27FC236}">
                  <a16:creationId xmlns:a16="http://schemas.microsoft.com/office/drawing/2014/main" id="{B336BECE-CEED-A84A-B1F4-41AFBC63B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498" y="3957029"/>
              <a:ext cx="1493084" cy="1493084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CFFA6B5-8997-C740-9CD7-20C325C6D639}"/>
                </a:ext>
              </a:extLst>
            </p:cNvPr>
            <p:cNvSpPr/>
            <p:nvPr/>
          </p:nvSpPr>
          <p:spPr>
            <a:xfrm>
              <a:off x="1704622" y="4820356"/>
              <a:ext cx="242711" cy="2546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 descr="Tick with solid fill">
              <a:extLst>
                <a:ext uri="{FF2B5EF4-FFF2-40B4-BE49-F238E27FC236}">
                  <a16:creationId xmlns:a16="http://schemas.microsoft.com/office/drawing/2014/main" id="{97486A39-9A9B-8B49-97C3-07F145593F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-19017" r="1"/>
            <a:stretch/>
          </p:blipFill>
          <p:spPr>
            <a:xfrm>
              <a:off x="1605552" y="4720503"/>
              <a:ext cx="465959" cy="417133"/>
            </a:xfrm>
            <a:prstGeom prst="rect">
              <a:avLst/>
            </a:prstGeom>
          </p:spPr>
        </p:pic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D5275B3E-BDC1-B248-8FFE-8E73EFE62F6A}"/>
              </a:ext>
            </a:extLst>
          </p:cNvPr>
          <p:cNvSpPr/>
          <p:nvPr/>
        </p:nvSpPr>
        <p:spPr>
          <a:xfrm>
            <a:off x="1177747" y="2948026"/>
            <a:ext cx="702259" cy="631750"/>
          </a:xfrm>
          <a:custGeom>
            <a:avLst/>
            <a:gdLst>
              <a:gd name="connsiteX0" fmla="*/ 0 w 702259"/>
              <a:gd name="connsiteY0" fmla="*/ 182880 h 631750"/>
              <a:gd name="connsiteX1" fmla="*/ 329184 w 702259"/>
              <a:gd name="connsiteY1" fmla="*/ 629107 h 631750"/>
              <a:gd name="connsiteX2" fmla="*/ 702259 w 702259"/>
              <a:gd name="connsiteY2" fmla="*/ 0 h 6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2259" h="631750">
                <a:moveTo>
                  <a:pt x="0" y="182880"/>
                </a:moveTo>
                <a:cubicBezTo>
                  <a:pt x="106070" y="421233"/>
                  <a:pt x="212141" y="659587"/>
                  <a:pt x="329184" y="629107"/>
                </a:cubicBezTo>
                <a:cubicBezTo>
                  <a:pt x="446227" y="598627"/>
                  <a:pt x="574243" y="299313"/>
                  <a:pt x="702259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24DF065-94FA-3D4D-8472-1BC7EAF93BFF}"/>
              </a:ext>
            </a:extLst>
          </p:cNvPr>
          <p:cNvSpPr/>
          <p:nvPr/>
        </p:nvSpPr>
        <p:spPr>
          <a:xfrm>
            <a:off x="1221639" y="4111143"/>
            <a:ext cx="702259" cy="490169"/>
          </a:xfrm>
          <a:custGeom>
            <a:avLst/>
            <a:gdLst>
              <a:gd name="connsiteX0" fmla="*/ 0 w 950976"/>
              <a:gd name="connsiteY0" fmla="*/ 0 h 475488"/>
              <a:gd name="connsiteX1" fmla="*/ 226771 w 950976"/>
              <a:gd name="connsiteY1" fmla="*/ 212141 h 475488"/>
              <a:gd name="connsiteX2" fmla="*/ 329184 w 950976"/>
              <a:gd name="connsiteY2" fmla="*/ 475488 h 475488"/>
              <a:gd name="connsiteX3" fmla="*/ 621792 w 950976"/>
              <a:gd name="connsiteY3" fmla="*/ 102413 h 475488"/>
              <a:gd name="connsiteX4" fmla="*/ 950976 w 950976"/>
              <a:gd name="connsiteY4" fmla="*/ 14630 h 475488"/>
              <a:gd name="connsiteX0" fmla="*/ 0 w 950976"/>
              <a:gd name="connsiteY0" fmla="*/ 0 h 475488"/>
              <a:gd name="connsiteX1" fmla="*/ 226771 w 950976"/>
              <a:gd name="connsiteY1" fmla="*/ 212141 h 475488"/>
              <a:gd name="connsiteX2" fmla="*/ 329184 w 950976"/>
              <a:gd name="connsiteY2" fmla="*/ 475488 h 475488"/>
              <a:gd name="connsiteX3" fmla="*/ 621792 w 950976"/>
              <a:gd name="connsiteY3" fmla="*/ 102413 h 475488"/>
              <a:gd name="connsiteX4" fmla="*/ 950976 w 950976"/>
              <a:gd name="connsiteY4" fmla="*/ 14630 h 475488"/>
              <a:gd name="connsiteX0" fmla="*/ 0 w 950976"/>
              <a:gd name="connsiteY0" fmla="*/ 0 h 476650"/>
              <a:gd name="connsiteX1" fmla="*/ 226771 w 950976"/>
              <a:gd name="connsiteY1" fmla="*/ 212141 h 476650"/>
              <a:gd name="connsiteX2" fmla="*/ 329184 w 950976"/>
              <a:gd name="connsiteY2" fmla="*/ 475488 h 476650"/>
              <a:gd name="connsiteX3" fmla="*/ 621792 w 950976"/>
              <a:gd name="connsiteY3" fmla="*/ 102413 h 476650"/>
              <a:gd name="connsiteX4" fmla="*/ 950976 w 950976"/>
              <a:gd name="connsiteY4" fmla="*/ 14630 h 476650"/>
              <a:gd name="connsiteX0" fmla="*/ 0 w 885139"/>
              <a:gd name="connsiteY0" fmla="*/ 0 h 491293"/>
              <a:gd name="connsiteX1" fmla="*/ 160934 w 885139"/>
              <a:gd name="connsiteY1" fmla="*/ 226771 h 491293"/>
              <a:gd name="connsiteX2" fmla="*/ 263347 w 885139"/>
              <a:gd name="connsiteY2" fmla="*/ 490118 h 491293"/>
              <a:gd name="connsiteX3" fmla="*/ 555955 w 885139"/>
              <a:gd name="connsiteY3" fmla="*/ 117043 h 491293"/>
              <a:gd name="connsiteX4" fmla="*/ 885139 w 885139"/>
              <a:gd name="connsiteY4" fmla="*/ 29260 h 491293"/>
              <a:gd name="connsiteX0" fmla="*/ 0 w 885139"/>
              <a:gd name="connsiteY0" fmla="*/ 0 h 491293"/>
              <a:gd name="connsiteX1" fmla="*/ 160934 w 885139"/>
              <a:gd name="connsiteY1" fmla="*/ 226771 h 491293"/>
              <a:gd name="connsiteX2" fmla="*/ 263347 w 885139"/>
              <a:gd name="connsiteY2" fmla="*/ 490118 h 491293"/>
              <a:gd name="connsiteX3" fmla="*/ 563270 w 885139"/>
              <a:gd name="connsiteY3" fmla="*/ 197510 h 491293"/>
              <a:gd name="connsiteX4" fmla="*/ 885139 w 885139"/>
              <a:gd name="connsiteY4" fmla="*/ 29260 h 491293"/>
              <a:gd name="connsiteX0" fmla="*/ 0 w 885139"/>
              <a:gd name="connsiteY0" fmla="*/ 0 h 491293"/>
              <a:gd name="connsiteX1" fmla="*/ 160934 w 885139"/>
              <a:gd name="connsiteY1" fmla="*/ 226771 h 491293"/>
              <a:gd name="connsiteX2" fmla="*/ 263347 w 885139"/>
              <a:gd name="connsiteY2" fmla="*/ 490118 h 491293"/>
              <a:gd name="connsiteX3" fmla="*/ 563270 w 885139"/>
              <a:gd name="connsiteY3" fmla="*/ 197510 h 491293"/>
              <a:gd name="connsiteX4" fmla="*/ 885139 w 885139"/>
              <a:gd name="connsiteY4" fmla="*/ 65836 h 491293"/>
              <a:gd name="connsiteX0" fmla="*/ 0 w 765526"/>
              <a:gd name="connsiteY0" fmla="*/ 0 h 491293"/>
              <a:gd name="connsiteX1" fmla="*/ 160934 w 765526"/>
              <a:gd name="connsiteY1" fmla="*/ 226771 h 491293"/>
              <a:gd name="connsiteX2" fmla="*/ 263347 w 765526"/>
              <a:gd name="connsiteY2" fmla="*/ 490118 h 491293"/>
              <a:gd name="connsiteX3" fmla="*/ 563270 w 765526"/>
              <a:gd name="connsiteY3" fmla="*/ 197510 h 491293"/>
              <a:gd name="connsiteX4" fmla="*/ 765526 w 765526"/>
              <a:gd name="connsiteY4" fmla="*/ 73151 h 491293"/>
              <a:gd name="connsiteX0" fmla="*/ 0 w 765526"/>
              <a:gd name="connsiteY0" fmla="*/ 0 h 491293"/>
              <a:gd name="connsiteX1" fmla="*/ 160934 w 765526"/>
              <a:gd name="connsiteY1" fmla="*/ 226771 h 491293"/>
              <a:gd name="connsiteX2" fmla="*/ 263347 w 765526"/>
              <a:gd name="connsiteY2" fmla="*/ 490118 h 491293"/>
              <a:gd name="connsiteX3" fmla="*/ 491502 w 765526"/>
              <a:gd name="connsiteY3" fmla="*/ 212140 h 491293"/>
              <a:gd name="connsiteX4" fmla="*/ 765526 w 765526"/>
              <a:gd name="connsiteY4" fmla="*/ 73151 h 491293"/>
              <a:gd name="connsiteX0" fmla="*/ 0 w 765526"/>
              <a:gd name="connsiteY0" fmla="*/ 0 h 491293"/>
              <a:gd name="connsiteX1" fmla="*/ 160934 w 765526"/>
              <a:gd name="connsiteY1" fmla="*/ 226771 h 491293"/>
              <a:gd name="connsiteX2" fmla="*/ 263347 w 765526"/>
              <a:gd name="connsiteY2" fmla="*/ 490118 h 491293"/>
              <a:gd name="connsiteX3" fmla="*/ 491502 w 765526"/>
              <a:gd name="connsiteY3" fmla="*/ 212140 h 491293"/>
              <a:gd name="connsiteX4" fmla="*/ 765526 w 765526"/>
              <a:gd name="connsiteY4" fmla="*/ 73151 h 491293"/>
              <a:gd name="connsiteX0" fmla="*/ 0 w 765526"/>
              <a:gd name="connsiteY0" fmla="*/ 0 h 491293"/>
              <a:gd name="connsiteX1" fmla="*/ 160934 w 765526"/>
              <a:gd name="connsiteY1" fmla="*/ 226771 h 491293"/>
              <a:gd name="connsiteX2" fmla="*/ 263347 w 765526"/>
              <a:gd name="connsiteY2" fmla="*/ 490118 h 491293"/>
              <a:gd name="connsiteX3" fmla="*/ 491502 w 765526"/>
              <a:gd name="connsiteY3" fmla="*/ 212140 h 491293"/>
              <a:gd name="connsiteX4" fmla="*/ 765526 w 765526"/>
              <a:gd name="connsiteY4" fmla="*/ 73151 h 491293"/>
              <a:gd name="connsiteX0" fmla="*/ 0 w 765526"/>
              <a:gd name="connsiteY0" fmla="*/ 0 h 491293"/>
              <a:gd name="connsiteX1" fmla="*/ 160934 w 765526"/>
              <a:gd name="connsiteY1" fmla="*/ 226771 h 491293"/>
              <a:gd name="connsiteX2" fmla="*/ 263347 w 765526"/>
              <a:gd name="connsiteY2" fmla="*/ 490118 h 491293"/>
              <a:gd name="connsiteX3" fmla="*/ 491502 w 765526"/>
              <a:gd name="connsiteY3" fmla="*/ 212140 h 491293"/>
              <a:gd name="connsiteX4" fmla="*/ 765526 w 765526"/>
              <a:gd name="connsiteY4" fmla="*/ 73151 h 491293"/>
              <a:gd name="connsiteX0" fmla="*/ 0 w 765526"/>
              <a:gd name="connsiteY0" fmla="*/ 0 h 490169"/>
              <a:gd name="connsiteX1" fmla="*/ 160934 w 765526"/>
              <a:gd name="connsiteY1" fmla="*/ 226771 h 490169"/>
              <a:gd name="connsiteX2" fmla="*/ 263347 w 765526"/>
              <a:gd name="connsiteY2" fmla="*/ 490118 h 490169"/>
              <a:gd name="connsiteX3" fmla="*/ 491502 w 765526"/>
              <a:gd name="connsiteY3" fmla="*/ 212140 h 490169"/>
              <a:gd name="connsiteX4" fmla="*/ 765526 w 765526"/>
              <a:gd name="connsiteY4" fmla="*/ 73151 h 490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526" h="490169">
                <a:moveTo>
                  <a:pt x="0" y="0"/>
                </a:moveTo>
                <a:cubicBezTo>
                  <a:pt x="75590" y="70714"/>
                  <a:pt x="117043" y="145085"/>
                  <a:pt x="160934" y="226771"/>
                </a:cubicBezTo>
                <a:cubicBezTo>
                  <a:pt x="204825" y="308457"/>
                  <a:pt x="195112" y="493709"/>
                  <a:pt x="263347" y="490118"/>
                </a:cubicBezTo>
                <a:cubicBezTo>
                  <a:pt x="378134" y="484077"/>
                  <a:pt x="412254" y="273470"/>
                  <a:pt x="491502" y="212140"/>
                </a:cubicBezTo>
                <a:cubicBezTo>
                  <a:pt x="570750" y="150810"/>
                  <a:pt x="655798" y="102412"/>
                  <a:pt x="765526" y="7315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 descr="Checkbox Ticked with solid fill">
            <a:extLst>
              <a:ext uri="{FF2B5EF4-FFF2-40B4-BE49-F238E27FC236}">
                <a16:creationId xmlns:a16="http://schemas.microsoft.com/office/drawing/2014/main" id="{5C722B36-A39D-A94D-92A1-B293B960C5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4498" y="3512414"/>
            <a:ext cx="914400" cy="914400"/>
          </a:xfrm>
          <a:prstGeom prst="rect">
            <a:avLst/>
          </a:prstGeom>
        </p:spPr>
      </p:pic>
      <p:pic>
        <p:nvPicPr>
          <p:cNvPr id="8" name="Graphic 7" descr="Checkbox Ticked outline">
            <a:extLst>
              <a:ext uri="{FF2B5EF4-FFF2-40B4-BE49-F238E27FC236}">
                <a16:creationId xmlns:a16="http://schemas.microsoft.com/office/drawing/2014/main" id="{AE7930DC-A5F1-A44B-B627-DAB9BE53B2A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59749" y="3540145"/>
            <a:ext cx="914400" cy="914400"/>
          </a:xfrm>
          <a:prstGeom prst="rect">
            <a:avLst/>
          </a:prstGeom>
        </p:spPr>
      </p:pic>
      <p:pic>
        <p:nvPicPr>
          <p:cNvPr id="12" name="Graphic 11" descr="Badge Tick with solid fill">
            <a:extLst>
              <a:ext uri="{FF2B5EF4-FFF2-40B4-BE49-F238E27FC236}">
                <a16:creationId xmlns:a16="http://schemas.microsoft.com/office/drawing/2014/main" id="{6E2496DD-D96F-B241-BAEB-1FE42105D4D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88947" y="4111143"/>
            <a:ext cx="914400" cy="914400"/>
          </a:xfrm>
          <a:prstGeom prst="rect">
            <a:avLst/>
          </a:prstGeom>
        </p:spPr>
      </p:pic>
      <p:pic>
        <p:nvPicPr>
          <p:cNvPr id="15" name="Graphic 14" descr="Badge Tick outline">
            <a:extLst>
              <a:ext uri="{FF2B5EF4-FFF2-40B4-BE49-F238E27FC236}">
                <a16:creationId xmlns:a16="http://schemas.microsoft.com/office/drawing/2014/main" id="{725B5BDB-7C3B-7843-8D3A-FB05F5C3B50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53096" y="4056290"/>
            <a:ext cx="914400" cy="914400"/>
          </a:xfrm>
          <a:prstGeom prst="rect">
            <a:avLst/>
          </a:prstGeom>
        </p:spPr>
      </p:pic>
      <p:pic>
        <p:nvPicPr>
          <p:cNvPr id="17" name="Graphic 16" descr="Shield Tick with solid fill">
            <a:extLst>
              <a:ext uri="{FF2B5EF4-FFF2-40B4-BE49-F238E27FC236}">
                <a16:creationId xmlns:a16="http://schemas.microsoft.com/office/drawing/2014/main" id="{D61C7546-7C12-634C-9CB3-980ECC9D938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88748" y="3615758"/>
            <a:ext cx="914400" cy="914400"/>
          </a:xfrm>
          <a:prstGeom prst="rect">
            <a:avLst/>
          </a:prstGeom>
        </p:spPr>
      </p:pic>
      <p:pic>
        <p:nvPicPr>
          <p:cNvPr id="19" name="Graphic 18" descr="Shield Tick outline">
            <a:extLst>
              <a:ext uri="{FF2B5EF4-FFF2-40B4-BE49-F238E27FC236}">
                <a16:creationId xmlns:a16="http://schemas.microsoft.com/office/drawing/2014/main" id="{65B69AB1-788C-0E4D-925E-10D788FC07F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430300" y="406206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3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3899574" y="1899037"/>
            <a:ext cx="94395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TodoCatalyst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20E5DD-9056-004B-B1C0-0BB671D19BF6}"/>
              </a:ext>
            </a:extLst>
          </p:cNvPr>
          <p:cNvGrpSpPr>
            <a:grpSpLocks noChangeAspect="1"/>
          </p:cNvGrpSpPr>
          <p:nvPr/>
        </p:nvGrpSpPr>
        <p:grpSpPr>
          <a:xfrm>
            <a:off x="2088089" y="1899037"/>
            <a:ext cx="1955273" cy="1955273"/>
            <a:chOff x="2288115" y="2049207"/>
            <a:chExt cx="1493084" cy="149308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4FD905C-A51C-394C-ABAC-7084608EFBBD}"/>
                </a:ext>
              </a:extLst>
            </p:cNvPr>
            <p:cNvGrpSpPr/>
            <p:nvPr/>
          </p:nvGrpSpPr>
          <p:grpSpPr>
            <a:xfrm>
              <a:off x="2288115" y="2049207"/>
              <a:ext cx="1493084" cy="1493084"/>
              <a:chOff x="1073498" y="3957029"/>
              <a:chExt cx="1493084" cy="1493084"/>
            </a:xfrm>
          </p:grpSpPr>
          <p:pic>
            <p:nvPicPr>
              <p:cNvPr id="67" name="Graphic 66" descr="Yin And Yang with solid fill">
                <a:extLst>
                  <a:ext uri="{FF2B5EF4-FFF2-40B4-BE49-F238E27FC236}">
                    <a16:creationId xmlns:a16="http://schemas.microsoft.com/office/drawing/2014/main" id="{F2277D6B-BC39-9D4D-BB9E-68B915C0E3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73498" y="3957029"/>
                <a:ext cx="1493084" cy="1493084"/>
              </a:xfrm>
              <a:prstGeom prst="rect">
                <a:avLst/>
              </a:prstGeom>
            </p:spPr>
          </p:pic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A343CE5-4466-F94C-91D8-0A6D532B0C68}"/>
                  </a:ext>
                </a:extLst>
              </p:cNvPr>
              <p:cNvSpPr/>
              <p:nvPr/>
            </p:nvSpPr>
            <p:spPr>
              <a:xfrm>
                <a:off x="1704622" y="4820356"/>
                <a:ext cx="242711" cy="2546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0" name="Graphic 69" descr="Tick with solid fill">
                <a:extLst>
                  <a:ext uri="{FF2B5EF4-FFF2-40B4-BE49-F238E27FC236}">
                    <a16:creationId xmlns:a16="http://schemas.microsoft.com/office/drawing/2014/main" id="{F8905434-0803-3A4B-9CD1-D41D2D84FF2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l="14644" r="35798"/>
              <a:stretch/>
            </p:blipFill>
            <p:spPr>
              <a:xfrm>
                <a:off x="1681616" y="4581233"/>
                <a:ext cx="272488" cy="585822"/>
              </a:xfrm>
              <a:prstGeom prst="rect">
                <a:avLst/>
              </a:prstGeom>
            </p:spPr>
          </p:pic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37D932F-5242-3849-8A1F-74ED34ADD19D}"/>
                </a:ext>
              </a:extLst>
            </p:cNvPr>
            <p:cNvSpPr/>
            <p:nvPr/>
          </p:nvSpPr>
          <p:spPr>
            <a:xfrm>
              <a:off x="2884536" y="2880528"/>
              <a:ext cx="318628" cy="318628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715E8D5C-C9D9-7143-8351-1B22426E0159}"/>
              </a:ext>
            </a:extLst>
          </p:cNvPr>
          <p:cNvSpPr txBox="1"/>
          <p:nvPr/>
        </p:nvSpPr>
        <p:spPr>
          <a:xfrm>
            <a:off x="4086551" y="3224902"/>
            <a:ext cx="9439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powerful task manager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4136097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3899574" y="1899037"/>
            <a:ext cx="94395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TodoCatalyst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20E5DD-9056-004B-B1C0-0BB671D19BF6}"/>
              </a:ext>
            </a:extLst>
          </p:cNvPr>
          <p:cNvGrpSpPr>
            <a:grpSpLocks noChangeAspect="1"/>
          </p:cNvGrpSpPr>
          <p:nvPr/>
        </p:nvGrpSpPr>
        <p:grpSpPr>
          <a:xfrm>
            <a:off x="2088089" y="1899037"/>
            <a:ext cx="1955273" cy="1955273"/>
            <a:chOff x="2288115" y="2049207"/>
            <a:chExt cx="1493084" cy="149308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4FD905C-A51C-394C-ABAC-7084608EFBBD}"/>
                </a:ext>
              </a:extLst>
            </p:cNvPr>
            <p:cNvGrpSpPr/>
            <p:nvPr/>
          </p:nvGrpSpPr>
          <p:grpSpPr>
            <a:xfrm>
              <a:off x="2288115" y="2049207"/>
              <a:ext cx="1493084" cy="1493084"/>
              <a:chOff x="1073498" y="3957029"/>
              <a:chExt cx="1493084" cy="1493084"/>
            </a:xfrm>
          </p:grpSpPr>
          <p:pic>
            <p:nvPicPr>
              <p:cNvPr id="67" name="Graphic 66" descr="Yin And Yang with solid fill">
                <a:extLst>
                  <a:ext uri="{FF2B5EF4-FFF2-40B4-BE49-F238E27FC236}">
                    <a16:creationId xmlns:a16="http://schemas.microsoft.com/office/drawing/2014/main" id="{F2277D6B-BC39-9D4D-BB9E-68B915C0E3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73498" y="3957029"/>
                <a:ext cx="1493084" cy="1493084"/>
              </a:xfrm>
              <a:prstGeom prst="rect">
                <a:avLst/>
              </a:prstGeom>
            </p:spPr>
          </p:pic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A343CE5-4466-F94C-91D8-0A6D532B0C68}"/>
                  </a:ext>
                </a:extLst>
              </p:cNvPr>
              <p:cNvSpPr/>
              <p:nvPr/>
            </p:nvSpPr>
            <p:spPr>
              <a:xfrm>
                <a:off x="1704622" y="4820356"/>
                <a:ext cx="242711" cy="2546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0" name="Graphic 69" descr="Tick with solid fill">
                <a:extLst>
                  <a:ext uri="{FF2B5EF4-FFF2-40B4-BE49-F238E27FC236}">
                    <a16:creationId xmlns:a16="http://schemas.microsoft.com/office/drawing/2014/main" id="{F8905434-0803-3A4B-9CD1-D41D2D84FF2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l="14644" r="35798"/>
              <a:stretch/>
            </p:blipFill>
            <p:spPr>
              <a:xfrm>
                <a:off x="1694197" y="4568651"/>
                <a:ext cx="272488" cy="585822"/>
              </a:xfrm>
              <a:prstGeom prst="rect">
                <a:avLst/>
              </a:prstGeom>
            </p:spPr>
          </p:pic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37D932F-5242-3849-8A1F-74ED34ADD19D}"/>
                </a:ext>
              </a:extLst>
            </p:cNvPr>
            <p:cNvSpPr/>
            <p:nvPr/>
          </p:nvSpPr>
          <p:spPr>
            <a:xfrm>
              <a:off x="2884536" y="2880528"/>
              <a:ext cx="318628" cy="318628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029C1A1-E84C-4544-9DE9-A17587EA9D2E}"/>
                </a:ext>
              </a:extLst>
            </p:cNvPr>
            <p:cNvSpPr/>
            <p:nvPr/>
          </p:nvSpPr>
          <p:spPr>
            <a:xfrm>
              <a:off x="2913150" y="2912534"/>
              <a:ext cx="248799" cy="250162"/>
            </a:xfrm>
            <a:prstGeom prst="ellipse">
              <a:avLst/>
            </a:prstGeom>
            <a:noFill/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715E8D5C-C9D9-7143-8351-1B22426E0159}"/>
              </a:ext>
            </a:extLst>
          </p:cNvPr>
          <p:cNvSpPr txBox="1"/>
          <p:nvPr/>
        </p:nvSpPr>
        <p:spPr>
          <a:xfrm>
            <a:off x="4074519" y="3224902"/>
            <a:ext cx="9439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powerful </a:t>
            </a:r>
            <a:r>
              <a:rPr lang="en-US" sz="200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Task Manager </a:t>
            </a:r>
            <a:r>
              <a:rPr lang="en-US" sz="2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2851287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3899574" y="1899037"/>
            <a:ext cx="94395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0070C0"/>
                </a:solidFill>
                <a:latin typeface="Trebuchet MS" panose="020B0703020202090204" pitchFamily="34" charset="0"/>
                <a:ea typeface="STXinwei" panose="02010800040101010101" pitchFamily="2" charset="-122"/>
                <a:cs typeface="Didot" panose="02000503000000020003" pitchFamily="2" charset="-79"/>
              </a:rPr>
              <a:t>TodoCatalyst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20E5DD-9056-004B-B1C0-0BB671D19BF6}"/>
              </a:ext>
            </a:extLst>
          </p:cNvPr>
          <p:cNvGrpSpPr>
            <a:grpSpLocks noChangeAspect="1"/>
          </p:cNvGrpSpPr>
          <p:nvPr/>
        </p:nvGrpSpPr>
        <p:grpSpPr>
          <a:xfrm>
            <a:off x="2088089" y="1899037"/>
            <a:ext cx="1955273" cy="1955273"/>
            <a:chOff x="2288115" y="2049207"/>
            <a:chExt cx="1493084" cy="149308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4FD905C-A51C-394C-ABAC-7084608EFBBD}"/>
                </a:ext>
              </a:extLst>
            </p:cNvPr>
            <p:cNvGrpSpPr/>
            <p:nvPr/>
          </p:nvGrpSpPr>
          <p:grpSpPr>
            <a:xfrm>
              <a:off x="2288115" y="2049207"/>
              <a:ext cx="1493084" cy="1493084"/>
              <a:chOff x="1073498" y="3957029"/>
              <a:chExt cx="1493084" cy="1493084"/>
            </a:xfrm>
          </p:grpSpPr>
          <p:pic>
            <p:nvPicPr>
              <p:cNvPr id="67" name="Graphic 66" descr="Yin And Yang with solid fill">
                <a:extLst>
                  <a:ext uri="{FF2B5EF4-FFF2-40B4-BE49-F238E27FC236}">
                    <a16:creationId xmlns:a16="http://schemas.microsoft.com/office/drawing/2014/main" id="{F2277D6B-BC39-9D4D-BB9E-68B915C0E3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73498" y="3957029"/>
                <a:ext cx="1493084" cy="1493084"/>
              </a:xfrm>
              <a:prstGeom prst="rect">
                <a:avLst/>
              </a:prstGeom>
            </p:spPr>
          </p:pic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A343CE5-4466-F94C-91D8-0A6D532B0C68}"/>
                  </a:ext>
                </a:extLst>
              </p:cNvPr>
              <p:cNvSpPr/>
              <p:nvPr/>
            </p:nvSpPr>
            <p:spPr>
              <a:xfrm>
                <a:off x="1704622" y="4820356"/>
                <a:ext cx="242711" cy="2546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0" name="Graphic 69" descr="Tick with solid fill">
                <a:extLst>
                  <a:ext uri="{FF2B5EF4-FFF2-40B4-BE49-F238E27FC236}">
                    <a16:creationId xmlns:a16="http://schemas.microsoft.com/office/drawing/2014/main" id="{F8905434-0803-3A4B-9CD1-D41D2D84FF2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l="-19017" r="24973"/>
              <a:stretch/>
            </p:blipFill>
            <p:spPr>
              <a:xfrm>
                <a:off x="1591266" y="4704997"/>
                <a:ext cx="373469" cy="423113"/>
              </a:xfrm>
              <a:prstGeom prst="rect">
                <a:avLst/>
              </a:prstGeom>
            </p:spPr>
          </p:pic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37D932F-5242-3849-8A1F-74ED34ADD19D}"/>
                </a:ext>
              </a:extLst>
            </p:cNvPr>
            <p:cNvSpPr/>
            <p:nvPr/>
          </p:nvSpPr>
          <p:spPr>
            <a:xfrm>
              <a:off x="2884536" y="2880528"/>
              <a:ext cx="318628" cy="318628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715E8D5C-C9D9-7143-8351-1B22426E0159}"/>
              </a:ext>
            </a:extLst>
          </p:cNvPr>
          <p:cNvSpPr txBox="1"/>
          <p:nvPr/>
        </p:nvSpPr>
        <p:spPr>
          <a:xfrm>
            <a:off x="4088807" y="3196326"/>
            <a:ext cx="9439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Trebuchet MS" panose="020B0703020202090204" pitchFamily="34" charset="0"/>
                <a:ea typeface="STXinwei" panose="02010800040101010101" pitchFamily="2" charset="-122"/>
                <a:cs typeface="Walbaum Display" panose="020F0502020204030204" pitchFamily="34" charset="0"/>
              </a:rPr>
              <a:t>The powerful Task and Time Manager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3933014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3899574" y="1899037"/>
            <a:ext cx="94395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0070C0"/>
                </a:solidFill>
                <a:latin typeface="Copperplate" panose="02000504000000020004" pitchFamily="2" charset="77"/>
                <a:ea typeface="STXinwei" panose="02010800040101010101" pitchFamily="2" charset="-122"/>
                <a:cs typeface="Walbaum Display" panose="020F0502020204030204" pitchFamily="34" charset="0"/>
              </a:rPr>
              <a:t>TodoCatalyst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20E5DD-9056-004B-B1C0-0BB671D19BF6}"/>
              </a:ext>
            </a:extLst>
          </p:cNvPr>
          <p:cNvGrpSpPr>
            <a:grpSpLocks noChangeAspect="1"/>
          </p:cNvGrpSpPr>
          <p:nvPr/>
        </p:nvGrpSpPr>
        <p:grpSpPr>
          <a:xfrm>
            <a:off x="2088089" y="1899037"/>
            <a:ext cx="1955273" cy="1955273"/>
            <a:chOff x="2288115" y="2049207"/>
            <a:chExt cx="1493084" cy="149308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4FD905C-A51C-394C-ABAC-7084608EFBBD}"/>
                </a:ext>
              </a:extLst>
            </p:cNvPr>
            <p:cNvGrpSpPr/>
            <p:nvPr/>
          </p:nvGrpSpPr>
          <p:grpSpPr>
            <a:xfrm>
              <a:off x="2288115" y="2049207"/>
              <a:ext cx="1493084" cy="1493084"/>
              <a:chOff x="1073498" y="3957029"/>
              <a:chExt cx="1493084" cy="1493084"/>
            </a:xfrm>
          </p:grpSpPr>
          <p:pic>
            <p:nvPicPr>
              <p:cNvPr id="67" name="Graphic 66" descr="Yin And Yang with solid fill">
                <a:extLst>
                  <a:ext uri="{FF2B5EF4-FFF2-40B4-BE49-F238E27FC236}">
                    <a16:creationId xmlns:a16="http://schemas.microsoft.com/office/drawing/2014/main" id="{F2277D6B-BC39-9D4D-BB9E-68B915C0E3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73498" y="3957029"/>
                <a:ext cx="1493084" cy="1493084"/>
              </a:xfrm>
              <a:prstGeom prst="rect">
                <a:avLst/>
              </a:prstGeom>
            </p:spPr>
          </p:pic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A343CE5-4466-F94C-91D8-0A6D532B0C68}"/>
                  </a:ext>
                </a:extLst>
              </p:cNvPr>
              <p:cNvSpPr/>
              <p:nvPr/>
            </p:nvSpPr>
            <p:spPr>
              <a:xfrm>
                <a:off x="1704622" y="4820356"/>
                <a:ext cx="242711" cy="2546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0" name="Graphic 69" descr="Tick with solid fill">
                <a:extLst>
                  <a:ext uri="{FF2B5EF4-FFF2-40B4-BE49-F238E27FC236}">
                    <a16:creationId xmlns:a16="http://schemas.microsoft.com/office/drawing/2014/main" id="{F8905434-0803-3A4B-9CD1-D41D2D84FF2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-19017" r="24973"/>
              <a:stretch/>
            </p:blipFill>
            <p:spPr>
              <a:xfrm>
                <a:off x="1591266" y="4704997"/>
                <a:ext cx="373469" cy="423113"/>
              </a:xfrm>
              <a:prstGeom prst="rect">
                <a:avLst/>
              </a:prstGeom>
            </p:spPr>
          </p:pic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37D932F-5242-3849-8A1F-74ED34ADD19D}"/>
                </a:ext>
              </a:extLst>
            </p:cNvPr>
            <p:cNvSpPr/>
            <p:nvPr/>
          </p:nvSpPr>
          <p:spPr>
            <a:xfrm>
              <a:off x="2884536" y="2880528"/>
              <a:ext cx="318628" cy="318628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715E8D5C-C9D9-7143-8351-1B22426E0159}"/>
              </a:ext>
            </a:extLst>
          </p:cNvPr>
          <p:cNvSpPr txBox="1"/>
          <p:nvPr/>
        </p:nvSpPr>
        <p:spPr>
          <a:xfrm>
            <a:off x="4088807" y="3083729"/>
            <a:ext cx="9439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pperplate" panose="02000504000000020004" pitchFamily="2" charset="77"/>
                <a:ea typeface="STXinwei" panose="02010800040101010101" pitchFamily="2" charset="-122"/>
                <a:cs typeface="Walbaum Display" panose="020F0502020204030204" pitchFamily="34" charset="0"/>
              </a:rPr>
              <a:t>The Powerful Task and Time Manager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2955645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3899574" y="2153399"/>
            <a:ext cx="94395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0070C0"/>
                </a:solidFill>
                <a:latin typeface="Walbaum Display" panose="020F0502020204030204" pitchFamily="34" charset="0"/>
                <a:ea typeface="STXinwei" panose="02010800040101010101" pitchFamily="2" charset="-122"/>
                <a:cs typeface="Walbaum Display" panose="020F0502020204030204" pitchFamily="34" charset="0"/>
              </a:rPr>
              <a:t>TodoCatalyst</a:t>
            </a:r>
          </a:p>
        </p:txBody>
      </p:sp>
      <p:pic>
        <p:nvPicPr>
          <p:cNvPr id="59" name="Graphic 58" descr="Yin And Yang with solid fill">
            <a:extLst>
              <a:ext uri="{FF2B5EF4-FFF2-40B4-BE49-F238E27FC236}">
                <a16:creationId xmlns:a16="http://schemas.microsoft.com/office/drawing/2014/main" id="{09A35583-9867-FA4E-AE8E-E2F87024B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8688" y="2106865"/>
            <a:ext cx="1493084" cy="1493084"/>
          </a:xfrm>
          <a:prstGeom prst="rect">
            <a:avLst/>
          </a:prstGeom>
        </p:spPr>
      </p:pic>
      <p:pic>
        <p:nvPicPr>
          <p:cNvPr id="60" name="Graphic 59" descr="Tick with solid fill">
            <a:extLst>
              <a:ext uri="{FF2B5EF4-FFF2-40B4-BE49-F238E27FC236}">
                <a16:creationId xmlns:a16="http://schemas.microsoft.com/office/drawing/2014/main" id="{CE80AB28-97E9-6245-A3BB-1043235210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49764" y="2807676"/>
            <a:ext cx="443233" cy="417133"/>
          </a:xfrm>
          <a:prstGeom prst="rect">
            <a:avLst/>
          </a:prstGeom>
        </p:spPr>
      </p:pic>
      <p:pic>
        <p:nvPicPr>
          <p:cNvPr id="61" name="Graphic 60" descr="Tick with solid fill">
            <a:extLst>
              <a:ext uri="{FF2B5EF4-FFF2-40B4-BE49-F238E27FC236}">
                <a16:creationId xmlns:a16="http://schemas.microsoft.com/office/drawing/2014/main" id="{E2D417BE-71D9-7E46-9787-6AAD091EDDE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56391"/>
          <a:stretch/>
        </p:blipFill>
        <p:spPr>
          <a:xfrm>
            <a:off x="3099707" y="2807676"/>
            <a:ext cx="193290" cy="417133"/>
          </a:xfrm>
          <a:prstGeom prst="rect">
            <a:avLst/>
          </a:prstGeom>
        </p:spPr>
      </p:pic>
      <p:pic>
        <p:nvPicPr>
          <p:cNvPr id="62" name="Graphic 61" descr="Tick with solid fill">
            <a:extLst>
              <a:ext uri="{FF2B5EF4-FFF2-40B4-BE49-F238E27FC236}">
                <a16:creationId xmlns:a16="http://schemas.microsoft.com/office/drawing/2014/main" id="{D6054223-D529-574D-8FB1-631CC790843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2047"/>
          <a:stretch/>
        </p:blipFill>
        <p:spPr>
          <a:xfrm>
            <a:off x="3124777" y="2807676"/>
            <a:ext cx="168219" cy="417133"/>
          </a:xfrm>
          <a:prstGeom prst="rect">
            <a:avLst/>
          </a:prstGeom>
        </p:spPr>
      </p:pic>
      <p:pic>
        <p:nvPicPr>
          <p:cNvPr id="63" name="Graphic 62" descr="Tick with solid fill">
            <a:extLst>
              <a:ext uri="{FF2B5EF4-FFF2-40B4-BE49-F238E27FC236}">
                <a16:creationId xmlns:a16="http://schemas.microsoft.com/office/drawing/2014/main" id="{72D4C213-702E-564F-BABD-2962A0E637C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2023" r="74071"/>
          <a:stretch/>
        </p:blipFill>
        <p:spPr>
          <a:xfrm>
            <a:off x="2765481" y="2779656"/>
            <a:ext cx="168219" cy="417133"/>
          </a:xfrm>
          <a:prstGeom prst="rect">
            <a:avLst/>
          </a:prstGeom>
        </p:spPr>
      </p:pic>
      <p:pic>
        <p:nvPicPr>
          <p:cNvPr id="65" name="Graphic 64" descr="Yin And Yang with solid fill">
            <a:extLst>
              <a:ext uri="{FF2B5EF4-FFF2-40B4-BE49-F238E27FC236}">
                <a16:creationId xmlns:a16="http://schemas.microsoft.com/office/drawing/2014/main" id="{F867BA2A-5946-1047-BF7A-177EBC02B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3621238" y="4302377"/>
            <a:ext cx="1493084" cy="1493084"/>
          </a:xfrm>
          <a:prstGeom prst="rect">
            <a:avLst/>
          </a:prstGeom>
        </p:spPr>
      </p:pic>
      <p:pic>
        <p:nvPicPr>
          <p:cNvPr id="66" name="Graphic 65" descr="Tick with solid fill">
            <a:extLst>
              <a:ext uri="{FF2B5EF4-FFF2-40B4-BE49-F238E27FC236}">
                <a16:creationId xmlns:a16="http://schemas.microsoft.com/office/drawing/2014/main" id="{01DB10C7-EE12-EC46-A54A-03E846012CC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5415" r="-1"/>
          <a:stretch/>
        </p:blipFill>
        <p:spPr>
          <a:xfrm>
            <a:off x="4237466" y="5105220"/>
            <a:ext cx="312233" cy="310668"/>
          </a:xfrm>
          <a:prstGeom prst="rect">
            <a:avLst/>
          </a:prstGeom>
        </p:spPr>
      </p:pic>
      <p:pic>
        <p:nvPicPr>
          <p:cNvPr id="67" name="Graphic 66" descr="Yin And Yang with solid fill">
            <a:extLst>
              <a:ext uri="{FF2B5EF4-FFF2-40B4-BE49-F238E27FC236}">
                <a16:creationId xmlns:a16="http://schemas.microsoft.com/office/drawing/2014/main" id="{F2277D6B-BC39-9D4D-BB9E-68B915C0E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498" y="3957029"/>
            <a:ext cx="1493084" cy="1493084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A343CE5-4466-F94C-91D8-0A6D532B0C68}"/>
              </a:ext>
            </a:extLst>
          </p:cNvPr>
          <p:cNvSpPr/>
          <p:nvPr/>
        </p:nvSpPr>
        <p:spPr>
          <a:xfrm>
            <a:off x="1704622" y="4820356"/>
            <a:ext cx="242711" cy="2546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Graphic 69" descr="Tick with solid fill">
            <a:extLst>
              <a:ext uri="{FF2B5EF4-FFF2-40B4-BE49-F238E27FC236}">
                <a16:creationId xmlns:a16="http://schemas.microsoft.com/office/drawing/2014/main" id="{F8905434-0803-3A4B-9CD1-D41D2D84FF2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9017" r="1"/>
          <a:stretch/>
        </p:blipFill>
        <p:spPr>
          <a:xfrm>
            <a:off x="1605552" y="4720503"/>
            <a:ext cx="465959" cy="41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24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3899574" y="2153399"/>
            <a:ext cx="94395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0070C0"/>
                </a:solidFill>
                <a:latin typeface="Walbaum Display" panose="020F0502020204030204" pitchFamily="34" charset="0"/>
                <a:ea typeface="STXinwei" panose="02010800040101010101" pitchFamily="2" charset="-122"/>
                <a:cs typeface="Walbaum Display" panose="020F0502020204030204" pitchFamily="34" charset="0"/>
              </a:rPr>
              <a:t>TodoCatalyst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1DA173-9367-C842-A806-0FC036B5B776}"/>
              </a:ext>
            </a:extLst>
          </p:cNvPr>
          <p:cNvGrpSpPr/>
          <p:nvPr/>
        </p:nvGrpSpPr>
        <p:grpSpPr>
          <a:xfrm>
            <a:off x="2355903" y="2257422"/>
            <a:ext cx="1673797" cy="1673800"/>
            <a:chOff x="3394995" y="4566674"/>
            <a:chExt cx="1673797" cy="167380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A8231B3-7CAB-8045-A744-B1264D84FD14}"/>
                </a:ext>
              </a:extLst>
            </p:cNvPr>
            <p:cNvGrpSpPr/>
            <p:nvPr/>
          </p:nvGrpSpPr>
          <p:grpSpPr>
            <a:xfrm>
              <a:off x="3394995" y="4566674"/>
              <a:ext cx="1673797" cy="1673800"/>
              <a:chOff x="7085726" y="3093503"/>
              <a:chExt cx="1673797" cy="1673800"/>
            </a:xfrm>
          </p:grpSpPr>
          <p:grpSp>
            <p:nvGrpSpPr>
              <p:cNvPr id="22" name="Graphic 42" descr="Lightbulb with solid fill">
                <a:extLst>
                  <a:ext uri="{FF2B5EF4-FFF2-40B4-BE49-F238E27FC236}">
                    <a16:creationId xmlns:a16="http://schemas.microsoft.com/office/drawing/2014/main" id="{7CDCC95C-728E-0345-B1F3-5CA79EF318C9}"/>
                  </a:ext>
                </a:extLst>
              </p:cNvPr>
              <p:cNvGrpSpPr/>
              <p:nvPr/>
            </p:nvGrpSpPr>
            <p:grpSpPr>
              <a:xfrm>
                <a:off x="7085726" y="3093503"/>
                <a:ext cx="1673797" cy="1673800"/>
                <a:chOff x="6638354" y="1255142"/>
                <a:chExt cx="1876996" cy="1876996"/>
              </a:xfrm>
            </p:grpSpPr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4D6A0E03-4A5A-2042-A6E9-17CD25895D6B}"/>
                    </a:ext>
                  </a:extLst>
                </p:cNvPr>
                <p:cNvSpPr/>
                <p:nvPr/>
              </p:nvSpPr>
              <p:spPr>
                <a:xfrm>
                  <a:off x="7322675" y="2506472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3E7F6435-A185-AE44-87D6-429A09C7BF27}"/>
                    </a:ext>
                  </a:extLst>
                </p:cNvPr>
                <p:cNvSpPr/>
                <p:nvPr/>
              </p:nvSpPr>
              <p:spPr>
                <a:xfrm>
                  <a:off x="7322675" y="2701993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54A3E7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EB261B02-E15E-BB47-B192-F340C12E2AAC}"/>
                    </a:ext>
                  </a:extLst>
                </p:cNvPr>
                <p:cNvSpPr/>
                <p:nvPr/>
              </p:nvSpPr>
              <p:spPr>
                <a:xfrm>
                  <a:off x="7449763" y="2897513"/>
                  <a:ext cx="254176" cy="117312"/>
                </a:xfrm>
                <a:custGeom>
                  <a:avLst/>
                  <a:gdLst>
                    <a:gd name="connsiteX0" fmla="*/ 0 w 254176"/>
                    <a:gd name="connsiteY0" fmla="*/ 0 h 117312"/>
                    <a:gd name="connsiteX1" fmla="*/ 127088 w 254176"/>
                    <a:gd name="connsiteY1" fmla="*/ 117312 h 117312"/>
                    <a:gd name="connsiteX2" fmla="*/ 254177 w 254176"/>
                    <a:gd name="connsiteY2" fmla="*/ 0 h 117312"/>
                    <a:gd name="connsiteX3" fmla="*/ 0 w 254176"/>
                    <a:gd name="connsiteY3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4176" h="117312">
                      <a:moveTo>
                        <a:pt x="0" y="0"/>
                      </a:moveTo>
                      <a:cubicBezTo>
                        <a:pt x="5866" y="66477"/>
                        <a:pt x="60611" y="117312"/>
                        <a:pt x="127088" y="117312"/>
                      </a:cubicBezTo>
                      <a:cubicBezTo>
                        <a:pt x="193565" y="117312"/>
                        <a:pt x="248311" y="66477"/>
                        <a:pt x="25417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AF8F5C67-AAEE-BE41-9557-6EB2C6F84083}"/>
                    </a:ext>
                  </a:extLst>
                </p:cNvPr>
                <p:cNvSpPr/>
                <p:nvPr/>
              </p:nvSpPr>
              <p:spPr>
                <a:xfrm>
                  <a:off x="7068498" y="1372454"/>
                  <a:ext cx="1016706" cy="1055810"/>
                </a:xfrm>
                <a:custGeom>
                  <a:avLst/>
                  <a:gdLst>
                    <a:gd name="connsiteX0" fmla="*/ 508353 w 1016706"/>
                    <a:gd name="connsiteY0" fmla="*/ 0 h 1055810"/>
                    <a:gd name="connsiteX1" fmla="*/ 508353 w 1016706"/>
                    <a:gd name="connsiteY1" fmla="*/ 0 h 1055810"/>
                    <a:gd name="connsiteX2" fmla="*/ 508353 w 1016706"/>
                    <a:gd name="connsiteY2" fmla="*/ 0 h 1055810"/>
                    <a:gd name="connsiteX3" fmla="*/ 0 w 1016706"/>
                    <a:gd name="connsiteY3" fmla="*/ 502488 h 1055810"/>
                    <a:gd name="connsiteX4" fmla="*/ 0 w 1016706"/>
                    <a:gd name="connsiteY4" fmla="*/ 520084 h 1055810"/>
                    <a:gd name="connsiteX5" fmla="*/ 35194 w 1016706"/>
                    <a:gd name="connsiteY5" fmla="*/ 696053 h 1055810"/>
                    <a:gd name="connsiteX6" fmla="*/ 123178 w 1016706"/>
                    <a:gd name="connsiteY6" fmla="*/ 840738 h 1055810"/>
                    <a:gd name="connsiteX7" fmla="*/ 242445 w 1016706"/>
                    <a:gd name="connsiteY7" fmla="*/ 1034303 h 1055810"/>
                    <a:gd name="connsiteX8" fmla="*/ 277639 w 1016706"/>
                    <a:gd name="connsiteY8" fmla="*/ 1055810 h 1055810"/>
                    <a:gd name="connsiteX9" fmla="*/ 739067 w 1016706"/>
                    <a:gd name="connsiteY9" fmla="*/ 1055810 h 1055810"/>
                    <a:gd name="connsiteX10" fmla="*/ 774261 w 1016706"/>
                    <a:gd name="connsiteY10" fmla="*/ 1034303 h 1055810"/>
                    <a:gd name="connsiteX11" fmla="*/ 893528 w 1016706"/>
                    <a:gd name="connsiteY11" fmla="*/ 840738 h 1055810"/>
                    <a:gd name="connsiteX12" fmla="*/ 981512 w 1016706"/>
                    <a:gd name="connsiteY12" fmla="*/ 696053 h 1055810"/>
                    <a:gd name="connsiteX13" fmla="*/ 1016706 w 1016706"/>
                    <a:gd name="connsiteY13" fmla="*/ 520084 h 1055810"/>
                    <a:gd name="connsiteX14" fmla="*/ 1016706 w 1016706"/>
                    <a:gd name="connsiteY14" fmla="*/ 502488 h 1055810"/>
                    <a:gd name="connsiteX15" fmla="*/ 508353 w 1016706"/>
                    <a:gd name="connsiteY15" fmla="*/ 0 h 1055810"/>
                    <a:gd name="connsiteX16" fmla="*/ 899394 w 1016706"/>
                    <a:gd name="connsiteY16" fmla="*/ 518129 h 1055810"/>
                    <a:gd name="connsiteX17" fmla="*/ 872021 w 1016706"/>
                    <a:gd name="connsiteY17" fmla="*/ 654993 h 1055810"/>
                    <a:gd name="connsiteX18" fmla="*/ 805544 w 1016706"/>
                    <a:gd name="connsiteY18" fmla="*/ 762530 h 1055810"/>
                    <a:gd name="connsiteX19" fmla="*/ 692142 w 1016706"/>
                    <a:gd name="connsiteY19" fmla="*/ 938498 h 1055810"/>
                    <a:gd name="connsiteX20" fmla="*/ 508353 w 1016706"/>
                    <a:gd name="connsiteY20" fmla="*/ 938498 h 1055810"/>
                    <a:gd name="connsiteX21" fmla="*/ 326519 w 1016706"/>
                    <a:gd name="connsiteY21" fmla="*/ 938498 h 1055810"/>
                    <a:gd name="connsiteX22" fmla="*/ 213117 w 1016706"/>
                    <a:gd name="connsiteY22" fmla="*/ 762530 h 1055810"/>
                    <a:gd name="connsiteX23" fmla="*/ 146640 w 1016706"/>
                    <a:gd name="connsiteY23" fmla="*/ 654993 h 1055810"/>
                    <a:gd name="connsiteX24" fmla="*/ 119267 w 1016706"/>
                    <a:gd name="connsiteY24" fmla="*/ 518129 h 1055810"/>
                    <a:gd name="connsiteX25" fmla="*/ 119267 w 1016706"/>
                    <a:gd name="connsiteY25" fmla="*/ 502488 h 1055810"/>
                    <a:gd name="connsiteX26" fmla="*/ 510308 w 1016706"/>
                    <a:gd name="connsiteY26" fmla="*/ 115357 h 1055810"/>
                    <a:gd name="connsiteX27" fmla="*/ 510308 w 1016706"/>
                    <a:gd name="connsiteY27" fmla="*/ 115357 h 1055810"/>
                    <a:gd name="connsiteX28" fmla="*/ 510308 w 1016706"/>
                    <a:gd name="connsiteY28" fmla="*/ 115357 h 1055810"/>
                    <a:gd name="connsiteX29" fmla="*/ 510308 w 1016706"/>
                    <a:gd name="connsiteY29" fmla="*/ 115357 h 1055810"/>
                    <a:gd name="connsiteX30" fmla="*/ 510308 w 1016706"/>
                    <a:gd name="connsiteY30" fmla="*/ 115357 h 1055810"/>
                    <a:gd name="connsiteX31" fmla="*/ 510308 w 1016706"/>
                    <a:gd name="connsiteY31" fmla="*/ 115357 h 1055810"/>
                    <a:gd name="connsiteX32" fmla="*/ 510308 w 1016706"/>
                    <a:gd name="connsiteY32" fmla="*/ 115357 h 1055810"/>
                    <a:gd name="connsiteX33" fmla="*/ 901349 w 1016706"/>
                    <a:gd name="connsiteY33" fmla="*/ 502488 h 1055810"/>
                    <a:gd name="connsiteX34" fmla="*/ 901349 w 1016706"/>
                    <a:gd name="connsiteY34" fmla="*/ 518129 h 105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16706" h="1055810">
                      <a:moveTo>
                        <a:pt x="508353" y="0"/>
                      </a:move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230714" y="1955"/>
                        <a:pt x="5866" y="224848"/>
                        <a:pt x="0" y="502488"/>
                      </a:cubicBezTo>
                      <a:lnTo>
                        <a:pt x="0" y="520084"/>
                      </a:lnTo>
                      <a:cubicBezTo>
                        <a:pt x="1955" y="580696"/>
                        <a:pt x="13686" y="639352"/>
                        <a:pt x="35194" y="696053"/>
                      </a:cubicBezTo>
                      <a:cubicBezTo>
                        <a:pt x="56701" y="748843"/>
                        <a:pt x="86029" y="797723"/>
                        <a:pt x="123178" y="840738"/>
                      </a:cubicBezTo>
                      <a:cubicBezTo>
                        <a:pt x="170103" y="891573"/>
                        <a:pt x="220938" y="991289"/>
                        <a:pt x="242445" y="1034303"/>
                      </a:cubicBezTo>
                      <a:cubicBezTo>
                        <a:pt x="248311" y="1047989"/>
                        <a:pt x="261997" y="1055810"/>
                        <a:pt x="277639" y="1055810"/>
                      </a:cubicBezTo>
                      <a:lnTo>
                        <a:pt x="739067" y="1055810"/>
                      </a:lnTo>
                      <a:cubicBezTo>
                        <a:pt x="754709" y="1055810"/>
                        <a:pt x="768395" y="1047989"/>
                        <a:pt x="774261" y="1034303"/>
                      </a:cubicBezTo>
                      <a:cubicBezTo>
                        <a:pt x="795768" y="991289"/>
                        <a:pt x="846603" y="891573"/>
                        <a:pt x="893528" y="840738"/>
                      </a:cubicBezTo>
                      <a:cubicBezTo>
                        <a:pt x="930677" y="797723"/>
                        <a:pt x="961960" y="748843"/>
                        <a:pt x="981512" y="696053"/>
                      </a:cubicBezTo>
                      <a:cubicBezTo>
                        <a:pt x="1003020" y="639352"/>
                        <a:pt x="1014751" y="580696"/>
                        <a:pt x="1016706" y="520084"/>
                      </a:cubicBezTo>
                      <a:lnTo>
                        <a:pt x="1016706" y="502488"/>
                      </a:lnTo>
                      <a:cubicBezTo>
                        <a:pt x="1010841" y="224848"/>
                        <a:pt x="785992" y="1955"/>
                        <a:pt x="508353" y="0"/>
                      </a:cubicBezTo>
                      <a:close/>
                      <a:moveTo>
                        <a:pt x="899394" y="518129"/>
                      </a:moveTo>
                      <a:cubicBezTo>
                        <a:pt x="897439" y="565054"/>
                        <a:pt x="887663" y="611979"/>
                        <a:pt x="872021" y="654993"/>
                      </a:cubicBezTo>
                      <a:cubicBezTo>
                        <a:pt x="856380" y="694098"/>
                        <a:pt x="834872" y="731246"/>
                        <a:pt x="805544" y="762530"/>
                      </a:cubicBezTo>
                      <a:cubicBezTo>
                        <a:pt x="760574" y="817275"/>
                        <a:pt x="721470" y="875931"/>
                        <a:pt x="692142" y="938498"/>
                      </a:cubicBezTo>
                      <a:lnTo>
                        <a:pt x="508353" y="938498"/>
                      </a:lnTo>
                      <a:lnTo>
                        <a:pt x="326519" y="938498"/>
                      </a:lnTo>
                      <a:cubicBezTo>
                        <a:pt x="295236" y="875931"/>
                        <a:pt x="256132" y="817275"/>
                        <a:pt x="213117" y="762530"/>
                      </a:cubicBezTo>
                      <a:cubicBezTo>
                        <a:pt x="185744" y="731246"/>
                        <a:pt x="162282" y="694098"/>
                        <a:pt x="146640" y="654993"/>
                      </a:cubicBezTo>
                      <a:cubicBezTo>
                        <a:pt x="129043" y="611979"/>
                        <a:pt x="121223" y="565054"/>
                        <a:pt x="119267" y="518129"/>
                      </a:cubicBezTo>
                      <a:lnTo>
                        <a:pt x="119267" y="502488"/>
                      </a:lnTo>
                      <a:cubicBezTo>
                        <a:pt x="123178" y="289370"/>
                        <a:pt x="297191" y="117312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510308" y="115357"/>
                        <a:pt x="510308" y="115357"/>
                        <a:pt x="510308" y="115357"/>
                      </a:cubicBezTo>
                      <a:cubicBezTo>
                        <a:pt x="510308" y="115357"/>
                        <a:pt x="510308" y="115357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723426" y="117312"/>
                        <a:pt x="897439" y="287415"/>
                        <a:pt x="901349" y="502488"/>
                      </a:cubicBezTo>
                      <a:lnTo>
                        <a:pt x="901349" y="518129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D89EF535-366D-2C4B-AE98-F55B9957F3D6}"/>
                  </a:ext>
                </a:extLst>
              </p:cNvPr>
              <p:cNvSpPr/>
              <p:nvPr/>
            </p:nvSpPr>
            <p:spPr>
              <a:xfrm rot="2788187">
                <a:off x="7961612" y="3321493"/>
                <a:ext cx="501073" cy="248762"/>
              </a:xfrm>
              <a:prstGeom prst="arc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" name="Graphic 9" descr="Yin And Yang with solid fill">
              <a:extLst>
                <a:ext uri="{FF2B5EF4-FFF2-40B4-BE49-F238E27FC236}">
                  <a16:creationId xmlns:a16="http://schemas.microsoft.com/office/drawing/2014/main" id="{244DF91B-5882-7440-B4E9-2F77DA3E0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30660" y="4627718"/>
              <a:ext cx="1014669" cy="10146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9465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5F7B399-B9B9-B94A-9D88-9841101471FF}"/>
              </a:ext>
            </a:extLst>
          </p:cNvPr>
          <p:cNvGrpSpPr>
            <a:grpSpLocks noChangeAspect="1"/>
          </p:cNvGrpSpPr>
          <p:nvPr/>
        </p:nvGrpSpPr>
        <p:grpSpPr>
          <a:xfrm>
            <a:off x="4485617" y="2166711"/>
            <a:ext cx="2845348" cy="2754731"/>
            <a:chOff x="4785162" y="2617280"/>
            <a:chExt cx="1994010" cy="193050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FFBD96A-BCEC-EA44-B9EC-B8CF9707F2D0}"/>
                </a:ext>
              </a:extLst>
            </p:cNvPr>
            <p:cNvSpPr/>
            <p:nvPr/>
          </p:nvSpPr>
          <p:spPr>
            <a:xfrm>
              <a:off x="4785162" y="2617280"/>
              <a:ext cx="1994010" cy="193050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D3FFA00-72CB-8D4C-9C42-D43F89569D2B}"/>
                </a:ext>
              </a:extLst>
            </p:cNvPr>
            <p:cNvGrpSpPr/>
            <p:nvPr/>
          </p:nvGrpSpPr>
          <p:grpSpPr>
            <a:xfrm>
              <a:off x="4945269" y="2741853"/>
              <a:ext cx="1673797" cy="1673800"/>
              <a:chOff x="3394995" y="4566674"/>
              <a:chExt cx="1673797" cy="1673800"/>
            </a:xfrm>
          </p:grpSpPr>
          <p:pic>
            <p:nvPicPr>
              <p:cNvPr id="52" name="Graphic 51" descr="Yin And Yang with solid fill">
                <a:extLst>
                  <a:ext uri="{FF2B5EF4-FFF2-40B4-BE49-F238E27FC236}">
                    <a16:creationId xmlns:a16="http://schemas.microsoft.com/office/drawing/2014/main" id="{0A0D69C3-5566-954A-ACA7-05CC13DC2F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719890" y="4618302"/>
                <a:ext cx="1029470" cy="1029470"/>
              </a:xfrm>
              <a:prstGeom prst="rect">
                <a:avLst/>
              </a:prstGeom>
            </p:spPr>
          </p:pic>
          <p:grpSp>
            <p:nvGrpSpPr>
              <p:cNvPr id="53" name="Graphic 42" descr="Lightbulb with solid fill">
                <a:extLst>
                  <a:ext uri="{FF2B5EF4-FFF2-40B4-BE49-F238E27FC236}">
                    <a16:creationId xmlns:a16="http://schemas.microsoft.com/office/drawing/2014/main" id="{50B30121-4111-C74D-A916-5CA498919F1D}"/>
                  </a:ext>
                </a:extLst>
              </p:cNvPr>
              <p:cNvGrpSpPr/>
              <p:nvPr/>
            </p:nvGrpSpPr>
            <p:grpSpPr>
              <a:xfrm>
                <a:off x="3394995" y="4566674"/>
                <a:ext cx="1673797" cy="1673800"/>
                <a:chOff x="6638354" y="1255142"/>
                <a:chExt cx="1876996" cy="1876996"/>
              </a:xfrm>
            </p:grpSpPr>
            <p:sp>
              <p:nvSpPr>
                <p:cNvPr id="55" name="Freeform 54">
                  <a:extLst>
                    <a:ext uri="{FF2B5EF4-FFF2-40B4-BE49-F238E27FC236}">
                      <a16:creationId xmlns:a16="http://schemas.microsoft.com/office/drawing/2014/main" id="{78203CFA-BB8C-7D42-8DBB-D9BAAA22DC9E}"/>
                    </a:ext>
                  </a:extLst>
                </p:cNvPr>
                <p:cNvSpPr/>
                <p:nvPr/>
              </p:nvSpPr>
              <p:spPr>
                <a:xfrm>
                  <a:off x="7322675" y="2506472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" name="Freeform 55">
                  <a:extLst>
                    <a:ext uri="{FF2B5EF4-FFF2-40B4-BE49-F238E27FC236}">
                      <a16:creationId xmlns:a16="http://schemas.microsoft.com/office/drawing/2014/main" id="{F98A42F4-AC15-AD4B-98B4-3440BF039AB6}"/>
                    </a:ext>
                  </a:extLst>
                </p:cNvPr>
                <p:cNvSpPr/>
                <p:nvPr/>
              </p:nvSpPr>
              <p:spPr>
                <a:xfrm>
                  <a:off x="7322675" y="2701993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7DDC1F23-0DE1-7E41-83C8-CFBDAE46E845}"/>
                    </a:ext>
                  </a:extLst>
                </p:cNvPr>
                <p:cNvSpPr/>
                <p:nvPr/>
              </p:nvSpPr>
              <p:spPr>
                <a:xfrm>
                  <a:off x="7449763" y="2897513"/>
                  <a:ext cx="254176" cy="117312"/>
                </a:xfrm>
                <a:custGeom>
                  <a:avLst/>
                  <a:gdLst>
                    <a:gd name="connsiteX0" fmla="*/ 0 w 254176"/>
                    <a:gd name="connsiteY0" fmla="*/ 0 h 117312"/>
                    <a:gd name="connsiteX1" fmla="*/ 127088 w 254176"/>
                    <a:gd name="connsiteY1" fmla="*/ 117312 h 117312"/>
                    <a:gd name="connsiteX2" fmla="*/ 254177 w 254176"/>
                    <a:gd name="connsiteY2" fmla="*/ 0 h 117312"/>
                    <a:gd name="connsiteX3" fmla="*/ 0 w 254176"/>
                    <a:gd name="connsiteY3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4176" h="117312">
                      <a:moveTo>
                        <a:pt x="0" y="0"/>
                      </a:moveTo>
                      <a:cubicBezTo>
                        <a:pt x="5866" y="66477"/>
                        <a:pt x="60611" y="117312"/>
                        <a:pt x="127088" y="117312"/>
                      </a:cubicBezTo>
                      <a:cubicBezTo>
                        <a:pt x="193565" y="117312"/>
                        <a:pt x="248311" y="66477"/>
                        <a:pt x="25417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" name="Freeform 57">
                  <a:extLst>
                    <a:ext uri="{FF2B5EF4-FFF2-40B4-BE49-F238E27FC236}">
                      <a16:creationId xmlns:a16="http://schemas.microsoft.com/office/drawing/2014/main" id="{22779128-F91C-A248-8BC3-BFA534C650AC}"/>
                    </a:ext>
                  </a:extLst>
                </p:cNvPr>
                <p:cNvSpPr/>
                <p:nvPr/>
              </p:nvSpPr>
              <p:spPr>
                <a:xfrm>
                  <a:off x="7068498" y="1372454"/>
                  <a:ext cx="1016706" cy="1055810"/>
                </a:xfrm>
                <a:custGeom>
                  <a:avLst/>
                  <a:gdLst>
                    <a:gd name="connsiteX0" fmla="*/ 508353 w 1016706"/>
                    <a:gd name="connsiteY0" fmla="*/ 0 h 1055810"/>
                    <a:gd name="connsiteX1" fmla="*/ 508353 w 1016706"/>
                    <a:gd name="connsiteY1" fmla="*/ 0 h 1055810"/>
                    <a:gd name="connsiteX2" fmla="*/ 508353 w 1016706"/>
                    <a:gd name="connsiteY2" fmla="*/ 0 h 1055810"/>
                    <a:gd name="connsiteX3" fmla="*/ 0 w 1016706"/>
                    <a:gd name="connsiteY3" fmla="*/ 502488 h 1055810"/>
                    <a:gd name="connsiteX4" fmla="*/ 0 w 1016706"/>
                    <a:gd name="connsiteY4" fmla="*/ 520084 h 1055810"/>
                    <a:gd name="connsiteX5" fmla="*/ 35194 w 1016706"/>
                    <a:gd name="connsiteY5" fmla="*/ 696053 h 1055810"/>
                    <a:gd name="connsiteX6" fmla="*/ 123178 w 1016706"/>
                    <a:gd name="connsiteY6" fmla="*/ 840738 h 1055810"/>
                    <a:gd name="connsiteX7" fmla="*/ 242445 w 1016706"/>
                    <a:gd name="connsiteY7" fmla="*/ 1034303 h 1055810"/>
                    <a:gd name="connsiteX8" fmla="*/ 277639 w 1016706"/>
                    <a:gd name="connsiteY8" fmla="*/ 1055810 h 1055810"/>
                    <a:gd name="connsiteX9" fmla="*/ 739067 w 1016706"/>
                    <a:gd name="connsiteY9" fmla="*/ 1055810 h 1055810"/>
                    <a:gd name="connsiteX10" fmla="*/ 774261 w 1016706"/>
                    <a:gd name="connsiteY10" fmla="*/ 1034303 h 1055810"/>
                    <a:gd name="connsiteX11" fmla="*/ 893528 w 1016706"/>
                    <a:gd name="connsiteY11" fmla="*/ 840738 h 1055810"/>
                    <a:gd name="connsiteX12" fmla="*/ 981512 w 1016706"/>
                    <a:gd name="connsiteY12" fmla="*/ 696053 h 1055810"/>
                    <a:gd name="connsiteX13" fmla="*/ 1016706 w 1016706"/>
                    <a:gd name="connsiteY13" fmla="*/ 520084 h 1055810"/>
                    <a:gd name="connsiteX14" fmla="*/ 1016706 w 1016706"/>
                    <a:gd name="connsiteY14" fmla="*/ 502488 h 1055810"/>
                    <a:gd name="connsiteX15" fmla="*/ 508353 w 1016706"/>
                    <a:gd name="connsiteY15" fmla="*/ 0 h 1055810"/>
                    <a:gd name="connsiteX16" fmla="*/ 899394 w 1016706"/>
                    <a:gd name="connsiteY16" fmla="*/ 518129 h 1055810"/>
                    <a:gd name="connsiteX17" fmla="*/ 872021 w 1016706"/>
                    <a:gd name="connsiteY17" fmla="*/ 654993 h 1055810"/>
                    <a:gd name="connsiteX18" fmla="*/ 805544 w 1016706"/>
                    <a:gd name="connsiteY18" fmla="*/ 762530 h 1055810"/>
                    <a:gd name="connsiteX19" fmla="*/ 692142 w 1016706"/>
                    <a:gd name="connsiteY19" fmla="*/ 938498 h 1055810"/>
                    <a:gd name="connsiteX20" fmla="*/ 508353 w 1016706"/>
                    <a:gd name="connsiteY20" fmla="*/ 938498 h 1055810"/>
                    <a:gd name="connsiteX21" fmla="*/ 326519 w 1016706"/>
                    <a:gd name="connsiteY21" fmla="*/ 938498 h 1055810"/>
                    <a:gd name="connsiteX22" fmla="*/ 213117 w 1016706"/>
                    <a:gd name="connsiteY22" fmla="*/ 762530 h 1055810"/>
                    <a:gd name="connsiteX23" fmla="*/ 146640 w 1016706"/>
                    <a:gd name="connsiteY23" fmla="*/ 654993 h 1055810"/>
                    <a:gd name="connsiteX24" fmla="*/ 119267 w 1016706"/>
                    <a:gd name="connsiteY24" fmla="*/ 518129 h 1055810"/>
                    <a:gd name="connsiteX25" fmla="*/ 119267 w 1016706"/>
                    <a:gd name="connsiteY25" fmla="*/ 502488 h 1055810"/>
                    <a:gd name="connsiteX26" fmla="*/ 510308 w 1016706"/>
                    <a:gd name="connsiteY26" fmla="*/ 115357 h 1055810"/>
                    <a:gd name="connsiteX27" fmla="*/ 510308 w 1016706"/>
                    <a:gd name="connsiteY27" fmla="*/ 115357 h 1055810"/>
                    <a:gd name="connsiteX28" fmla="*/ 510308 w 1016706"/>
                    <a:gd name="connsiteY28" fmla="*/ 115357 h 1055810"/>
                    <a:gd name="connsiteX29" fmla="*/ 510308 w 1016706"/>
                    <a:gd name="connsiteY29" fmla="*/ 115357 h 1055810"/>
                    <a:gd name="connsiteX30" fmla="*/ 510308 w 1016706"/>
                    <a:gd name="connsiteY30" fmla="*/ 115357 h 1055810"/>
                    <a:gd name="connsiteX31" fmla="*/ 510308 w 1016706"/>
                    <a:gd name="connsiteY31" fmla="*/ 115357 h 1055810"/>
                    <a:gd name="connsiteX32" fmla="*/ 510308 w 1016706"/>
                    <a:gd name="connsiteY32" fmla="*/ 115357 h 1055810"/>
                    <a:gd name="connsiteX33" fmla="*/ 901349 w 1016706"/>
                    <a:gd name="connsiteY33" fmla="*/ 502488 h 1055810"/>
                    <a:gd name="connsiteX34" fmla="*/ 901349 w 1016706"/>
                    <a:gd name="connsiteY34" fmla="*/ 518129 h 105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16706" h="1055810">
                      <a:moveTo>
                        <a:pt x="508353" y="0"/>
                      </a:move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230714" y="1955"/>
                        <a:pt x="5866" y="224848"/>
                        <a:pt x="0" y="502488"/>
                      </a:cubicBezTo>
                      <a:lnTo>
                        <a:pt x="0" y="520084"/>
                      </a:lnTo>
                      <a:cubicBezTo>
                        <a:pt x="1955" y="580696"/>
                        <a:pt x="13686" y="639352"/>
                        <a:pt x="35194" y="696053"/>
                      </a:cubicBezTo>
                      <a:cubicBezTo>
                        <a:pt x="56701" y="748843"/>
                        <a:pt x="86029" y="797723"/>
                        <a:pt x="123178" y="840738"/>
                      </a:cubicBezTo>
                      <a:cubicBezTo>
                        <a:pt x="170103" y="891573"/>
                        <a:pt x="220938" y="991289"/>
                        <a:pt x="242445" y="1034303"/>
                      </a:cubicBezTo>
                      <a:cubicBezTo>
                        <a:pt x="248311" y="1047989"/>
                        <a:pt x="261997" y="1055810"/>
                        <a:pt x="277639" y="1055810"/>
                      </a:cubicBezTo>
                      <a:lnTo>
                        <a:pt x="739067" y="1055810"/>
                      </a:lnTo>
                      <a:cubicBezTo>
                        <a:pt x="754709" y="1055810"/>
                        <a:pt x="768395" y="1047989"/>
                        <a:pt x="774261" y="1034303"/>
                      </a:cubicBezTo>
                      <a:cubicBezTo>
                        <a:pt x="795768" y="991289"/>
                        <a:pt x="846603" y="891573"/>
                        <a:pt x="893528" y="840738"/>
                      </a:cubicBezTo>
                      <a:cubicBezTo>
                        <a:pt x="930677" y="797723"/>
                        <a:pt x="961960" y="748843"/>
                        <a:pt x="981512" y="696053"/>
                      </a:cubicBezTo>
                      <a:cubicBezTo>
                        <a:pt x="1003020" y="639352"/>
                        <a:pt x="1014751" y="580696"/>
                        <a:pt x="1016706" y="520084"/>
                      </a:cubicBezTo>
                      <a:lnTo>
                        <a:pt x="1016706" y="502488"/>
                      </a:lnTo>
                      <a:cubicBezTo>
                        <a:pt x="1010841" y="224848"/>
                        <a:pt x="785992" y="1955"/>
                        <a:pt x="508353" y="0"/>
                      </a:cubicBezTo>
                      <a:close/>
                      <a:moveTo>
                        <a:pt x="899394" y="518129"/>
                      </a:moveTo>
                      <a:cubicBezTo>
                        <a:pt x="897439" y="565054"/>
                        <a:pt x="887663" y="611979"/>
                        <a:pt x="872021" y="654993"/>
                      </a:cubicBezTo>
                      <a:cubicBezTo>
                        <a:pt x="856380" y="694098"/>
                        <a:pt x="834872" y="731246"/>
                        <a:pt x="805544" y="762530"/>
                      </a:cubicBezTo>
                      <a:cubicBezTo>
                        <a:pt x="760574" y="817275"/>
                        <a:pt x="721470" y="875931"/>
                        <a:pt x="692142" y="938498"/>
                      </a:cubicBezTo>
                      <a:lnTo>
                        <a:pt x="508353" y="938498"/>
                      </a:lnTo>
                      <a:lnTo>
                        <a:pt x="326519" y="938498"/>
                      </a:lnTo>
                      <a:cubicBezTo>
                        <a:pt x="295236" y="875931"/>
                        <a:pt x="256132" y="817275"/>
                        <a:pt x="213117" y="762530"/>
                      </a:cubicBezTo>
                      <a:cubicBezTo>
                        <a:pt x="185744" y="731246"/>
                        <a:pt x="162282" y="694098"/>
                        <a:pt x="146640" y="654993"/>
                      </a:cubicBezTo>
                      <a:cubicBezTo>
                        <a:pt x="129043" y="611979"/>
                        <a:pt x="121223" y="565054"/>
                        <a:pt x="119267" y="518129"/>
                      </a:cubicBezTo>
                      <a:lnTo>
                        <a:pt x="119267" y="502488"/>
                      </a:lnTo>
                      <a:cubicBezTo>
                        <a:pt x="123178" y="289370"/>
                        <a:pt x="297191" y="117312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510308" y="115357"/>
                        <a:pt x="510308" y="115357"/>
                        <a:pt x="510308" y="115357"/>
                      </a:cubicBezTo>
                      <a:cubicBezTo>
                        <a:pt x="510308" y="115357"/>
                        <a:pt x="510308" y="115357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723426" y="117312"/>
                        <a:pt x="897439" y="287415"/>
                        <a:pt x="901349" y="502488"/>
                      </a:cubicBezTo>
                      <a:lnTo>
                        <a:pt x="901349" y="51812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pic>
        <p:nvPicPr>
          <p:cNvPr id="11" name="Graphic 10" descr="Tick with solid fill">
            <a:extLst>
              <a:ext uri="{FF2B5EF4-FFF2-40B4-BE49-F238E27FC236}">
                <a16:creationId xmlns:a16="http://schemas.microsoft.com/office/drawing/2014/main" id="{4455606D-F708-C14B-9C7C-2E13197DA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0217" y="2648075"/>
            <a:ext cx="1099577" cy="103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052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5F7B399-B9B9-B94A-9D88-9841101471FF}"/>
              </a:ext>
            </a:extLst>
          </p:cNvPr>
          <p:cNvGrpSpPr>
            <a:grpSpLocks noChangeAspect="1"/>
          </p:cNvGrpSpPr>
          <p:nvPr/>
        </p:nvGrpSpPr>
        <p:grpSpPr>
          <a:xfrm>
            <a:off x="4485617" y="2166711"/>
            <a:ext cx="2845348" cy="2754731"/>
            <a:chOff x="4785162" y="2617280"/>
            <a:chExt cx="1994010" cy="193050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FFBD96A-BCEC-EA44-B9EC-B8CF9707F2D0}"/>
                </a:ext>
              </a:extLst>
            </p:cNvPr>
            <p:cNvSpPr/>
            <p:nvPr/>
          </p:nvSpPr>
          <p:spPr>
            <a:xfrm>
              <a:off x="4785162" y="2617280"/>
              <a:ext cx="1994010" cy="193050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D3FFA00-72CB-8D4C-9C42-D43F89569D2B}"/>
                </a:ext>
              </a:extLst>
            </p:cNvPr>
            <p:cNvGrpSpPr/>
            <p:nvPr/>
          </p:nvGrpSpPr>
          <p:grpSpPr>
            <a:xfrm>
              <a:off x="4945269" y="2741853"/>
              <a:ext cx="1673797" cy="1673800"/>
              <a:chOff x="3394995" y="4566674"/>
              <a:chExt cx="1673797" cy="1673800"/>
            </a:xfrm>
          </p:grpSpPr>
          <p:pic>
            <p:nvPicPr>
              <p:cNvPr id="52" name="Graphic 51" descr="Yin And Yang with solid fill">
                <a:extLst>
                  <a:ext uri="{FF2B5EF4-FFF2-40B4-BE49-F238E27FC236}">
                    <a16:creationId xmlns:a16="http://schemas.microsoft.com/office/drawing/2014/main" id="{0A0D69C3-5566-954A-ACA7-05CC13DC2F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719890" y="4618302"/>
                <a:ext cx="1029470" cy="1029470"/>
              </a:xfrm>
              <a:prstGeom prst="rect">
                <a:avLst/>
              </a:prstGeom>
            </p:spPr>
          </p:pic>
          <p:grpSp>
            <p:nvGrpSpPr>
              <p:cNvPr id="53" name="Graphic 42" descr="Lightbulb with solid fill">
                <a:extLst>
                  <a:ext uri="{FF2B5EF4-FFF2-40B4-BE49-F238E27FC236}">
                    <a16:creationId xmlns:a16="http://schemas.microsoft.com/office/drawing/2014/main" id="{50B30121-4111-C74D-A916-5CA498919F1D}"/>
                  </a:ext>
                </a:extLst>
              </p:cNvPr>
              <p:cNvGrpSpPr/>
              <p:nvPr/>
            </p:nvGrpSpPr>
            <p:grpSpPr>
              <a:xfrm>
                <a:off x="3394995" y="4566674"/>
                <a:ext cx="1673797" cy="1673800"/>
                <a:chOff x="6638354" y="1255142"/>
                <a:chExt cx="1876996" cy="1876996"/>
              </a:xfrm>
            </p:grpSpPr>
            <p:sp>
              <p:nvSpPr>
                <p:cNvPr id="55" name="Freeform 54">
                  <a:extLst>
                    <a:ext uri="{FF2B5EF4-FFF2-40B4-BE49-F238E27FC236}">
                      <a16:creationId xmlns:a16="http://schemas.microsoft.com/office/drawing/2014/main" id="{78203CFA-BB8C-7D42-8DBB-D9BAAA22DC9E}"/>
                    </a:ext>
                  </a:extLst>
                </p:cNvPr>
                <p:cNvSpPr/>
                <p:nvPr/>
              </p:nvSpPr>
              <p:spPr>
                <a:xfrm>
                  <a:off x="7322675" y="2506472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" name="Freeform 55">
                  <a:extLst>
                    <a:ext uri="{FF2B5EF4-FFF2-40B4-BE49-F238E27FC236}">
                      <a16:creationId xmlns:a16="http://schemas.microsoft.com/office/drawing/2014/main" id="{F98A42F4-AC15-AD4B-98B4-3440BF039AB6}"/>
                    </a:ext>
                  </a:extLst>
                </p:cNvPr>
                <p:cNvSpPr/>
                <p:nvPr/>
              </p:nvSpPr>
              <p:spPr>
                <a:xfrm>
                  <a:off x="7322675" y="2701993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7DDC1F23-0DE1-7E41-83C8-CFBDAE46E845}"/>
                    </a:ext>
                  </a:extLst>
                </p:cNvPr>
                <p:cNvSpPr/>
                <p:nvPr/>
              </p:nvSpPr>
              <p:spPr>
                <a:xfrm>
                  <a:off x="7449763" y="2897513"/>
                  <a:ext cx="254176" cy="117312"/>
                </a:xfrm>
                <a:custGeom>
                  <a:avLst/>
                  <a:gdLst>
                    <a:gd name="connsiteX0" fmla="*/ 0 w 254176"/>
                    <a:gd name="connsiteY0" fmla="*/ 0 h 117312"/>
                    <a:gd name="connsiteX1" fmla="*/ 127088 w 254176"/>
                    <a:gd name="connsiteY1" fmla="*/ 117312 h 117312"/>
                    <a:gd name="connsiteX2" fmla="*/ 254177 w 254176"/>
                    <a:gd name="connsiteY2" fmla="*/ 0 h 117312"/>
                    <a:gd name="connsiteX3" fmla="*/ 0 w 254176"/>
                    <a:gd name="connsiteY3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4176" h="117312">
                      <a:moveTo>
                        <a:pt x="0" y="0"/>
                      </a:moveTo>
                      <a:cubicBezTo>
                        <a:pt x="5866" y="66477"/>
                        <a:pt x="60611" y="117312"/>
                        <a:pt x="127088" y="117312"/>
                      </a:cubicBezTo>
                      <a:cubicBezTo>
                        <a:pt x="193565" y="117312"/>
                        <a:pt x="248311" y="66477"/>
                        <a:pt x="25417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" name="Freeform 57">
                  <a:extLst>
                    <a:ext uri="{FF2B5EF4-FFF2-40B4-BE49-F238E27FC236}">
                      <a16:creationId xmlns:a16="http://schemas.microsoft.com/office/drawing/2014/main" id="{22779128-F91C-A248-8BC3-BFA534C650AC}"/>
                    </a:ext>
                  </a:extLst>
                </p:cNvPr>
                <p:cNvSpPr/>
                <p:nvPr/>
              </p:nvSpPr>
              <p:spPr>
                <a:xfrm>
                  <a:off x="7068498" y="1372454"/>
                  <a:ext cx="1016706" cy="1055810"/>
                </a:xfrm>
                <a:custGeom>
                  <a:avLst/>
                  <a:gdLst>
                    <a:gd name="connsiteX0" fmla="*/ 508353 w 1016706"/>
                    <a:gd name="connsiteY0" fmla="*/ 0 h 1055810"/>
                    <a:gd name="connsiteX1" fmla="*/ 508353 w 1016706"/>
                    <a:gd name="connsiteY1" fmla="*/ 0 h 1055810"/>
                    <a:gd name="connsiteX2" fmla="*/ 508353 w 1016706"/>
                    <a:gd name="connsiteY2" fmla="*/ 0 h 1055810"/>
                    <a:gd name="connsiteX3" fmla="*/ 0 w 1016706"/>
                    <a:gd name="connsiteY3" fmla="*/ 502488 h 1055810"/>
                    <a:gd name="connsiteX4" fmla="*/ 0 w 1016706"/>
                    <a:gd name="connsiteY4" fmla="*/ 520084 h 1055810"/>
                    <a:gd name="connsiteX5" fmla="*/ 35194 w 1016706"/>
                    <a:gd name="connsiteY5" fmla="*/ 696053 h 1055810"/>
                    <a:gd name="connsiteX6" fmla="*/ 123178 w 1016706"/>
                    <a:gd name="connsiteY6" fmla="*/ 840738 h 1055810"/>
                    <a:gd name="connsiteX7" fmla="*/ 242445 w 1016706"/>
                    <a:gd name="connsiteY7" fmla="*/ 1034303 h 1055810"/>
                    <a:gd name="connsiteX8" fmla="*/ 277639 w 1016706"/>
                    <a:gd name="connsiteY8" fmla="*/ 1055810 h 1055810"/>
                    <a:gd name="connsiteX9" fmla="*/ 739067 w 1016706"/>
                    <a:gd name="connsiteY9" fmla="*/ 1055810 h 1055810"/>
                    <a:gd name="connsiteX10" fmla="*/ 774261 w 1016706"/>
                    <a:gd name="connsiteY10" fmla="*/ 1034303 h 1055810"/>
                    <a:gd name="connsiteX11" fmla="*/ 893528 w 1016706"/>
                    <a:gd name="connsiteY11" fmla="*/ 840738 h 1055810"/>
                    <a:gd name="connsiteX12" fmla="*/ 981512 w 1016706"/>
                    <a:gd name="connsiteY12" fmla="*/ 696053 h 1055810"/>
                    <a:gd name="connsiteX13" fmla="*/ 1016706 w 1016706"/>
                    <a:gd name="connsiteY13" fmla="*/ 520084 h 1055810"/>
                    <a:gd name="connsiteX14" fmla="*/ 1016706 w 1016706"/>
                    <a:gd name="connsiteY14" fmla="*/ 502488 h 1055810"/>
                    <a:gd name="connsiteX15" fmla="*/ 508353 w 1016706"/>
                    <a:gd name="connsiteY15" fmla="*/ 0 h 1055810"/>
                    <a:gd name="connsiteX16" fmla="*/ 899394 w 1016706"/>
                    <a:gd name="connsiteY16" fmla="*/ 518129 h 1055810"/>
                    <a:gd name="connsiteX17" fmla="*/ 872021 w 1016706"/>
                    <a:gd name="connsiteY17" fmla="*/ 654993 h 1055810"/>
                    <a:gd name="connsiteX18" fmla="*/ 805544 w 1016706"/>
                    <a:gd name="connsiteY18" fmla="*/ 762530 h 1055810"/>
                    <a:gd name="connsiteX19" fmla="*/ 692142 w 1016706"/>
                    <a:gd name="connsiteY19" fmla="*/ 938498 h 1055810"/>
                    <a:gd name="connsiteX20" fmla="*/ 508353 w 1016706"/>
                    <a:gd name="connsiteY20" fmla="*/ 938498 h 1055810"/>
                    <a:gd name="connsiteX21" fmla="*/ 326519 w 1016706"/>
                    <a:gd name="connsiteY21" fmla="*/ 938498 h 1055810"/>
                    <a:gd name="connsiteX22" fmla="*/ 213117 w 1016706"/>
                    <a:gd name="connsiteY22" fmla="*/ 762530 h 1055810"/>
                    <a:gd name="connsiteX23" fmla="*/ 146640 w 1016706"/>
                    <a:gd name="connsiteY23" fmla="*/ 654993 h 1055810"/>
                    <a:gd name="connsiteX24" fmla="*/ 119267 w 1016706"/>
                    <a:gd name="connsiteY24" fmla="*/ 518129 h 1055810"/>
                    <a:gd name="connsiteX25" fmla="*/ 119267 w 1016706"/>
                    <a:gd name="connsiteY25" fmla="*/ 502488 h 1055810"/>
                    <a:gd name="connsiteX26" fmla="*/ 510308 w 1016706"/>
                    <a:gd name="connsiteY26" fmla="*/ 115357 h 1055810"/>
                    <a:gd name="connsiteX27" fmla="*/ 510308 w 1016706"/>
                    <a:gd name="connsiteY27" fmla="*/ 115357 h 1055810"/>
                    <a:gd name="connsiteX28" fmla="*/ 510308 w 1016706"/>
                    <a:gd name="connsiteY28" fmla="*/ 115357 h 1055810"/>
                    <a:gd name="connsiteX29" fmla="*/ 510308 w 1016706"/>
                    <a:gd name="connsiteY29" fmla="*/ 115357 h 1055810"/>
                    <a:gd name="connsiteX30" fmla="*/ 510308 w 1016706"/>
                    <a:gd name="connsiteY30" fmla="*/ 115357 h 1055810"/>
                    <a:gd name="connsiteX31" fmla="*/ 510308 w 1016706"/>
                    <a:gd name="connsiteY31" fmla="*/ 115357 h 1055810"/>
                    <a:gd name="connsiteX32" fmla="*/ 510308 w 1016706"/>
                    <a:gd name="connsiteY32" fmla="*/ 115357 h 1055810"/>
                    <a:gd name="connsiteX33" fmla="*/ 901349 w 1016706"/>
                    <a:gd name="connsiteY33" fmla="*/ 502488 h 1055810"/>
                    <a:gd name="connsiteX34" fmla="*/ 901349 w 1016706"/>
                    <a:gd name="connsiteY34" fmla="*/ 518129 h 105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16706" h="1055810">
                      <a:moveTo>
                        <a:pt x="508353" y="0"/>
                      </a:move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230714" y="1955"/>
                        <a:pt x="5866" y="224848"/>
                        <a:pt x="0" y="502488"/>
                      </a:cubicBezTo>
                      <a:lnTo>
                        <a:pt x="0" y="520084"/>
                      </a:lnTo>
                      <a:cubicBezTo>
                        <a:pt x="1955" y="580696"/>
                        <a:pt x="13686" y="639352"/>
                        <a:pt x="35194" y="696053"/>
                      </a:cubicBezTo>
                      <a:cubicBezTo>
                        <a:pt x="56701" y="748843"/>
                        <a:pt x="86029" y="797723"/>
                        <a:pt x="123178" y="840738"/>
                      </a:cubicBezTo>
                      <a:cubicBezTo>
                        <a:pt x="170103" y="891573"/>
                        <a:pt x="220938" y="991289"/>
                        <a:pt x="242445" y="1034303"/>
                      </a:cubicBezTo>
                      <a:cubicBezTo>
                        <a:pt x="248311" y="1047989"/>
                        <a:pt x="261997" y="1055810"/>
                        <a:pt x="277639" y="1055810"/>
                      </a:cubicBezTo>
                      <a:lnTo>
                        <a:pt x="739067" y="1055810"/>
                      </a:lnTo>
                      <a:cubicBezTo>
                        <a:pt x="754709" y="1055810"/>
                        <a:pt x="768395" y="1047989"/>
                        <a:pt x="774261" y="1034303"/>
                      </a:cubicBezTo>
                      <a:cubicBezTo>
                        <a:pt x="795768" y="991289"/>
                        <a:pt x="846603" y="891573"/>
                        <a:pt x="893528" y="840738"/>
                      </a:cubicBezTo>
                      <a:cubicBezTo>
                        <a:pt x="930677" y="797723"/>
                        <a:pt x="961960" y="748843"/>
                        <a:pt x="981512" y="696053"/>
                      </a:cubicBezTo>
                      <a:cubicBezTo>
                        <a:pt x="1003020" y="639352"/>
                        <a:pt x="1014751" y="580696"/>
                        <a:pt x="1016706" y="520084"/>
                      </a:cubicBezTo>
                      <a:lnTo>
                        <a:pt x="1016706" y="502488"/>
                      </a:lnTo>
                      <a:cubicBezTo>
                        <a:pt x="1010841" y="224848"/>
                        <a:pt x="785992" y="1955"/>
                        <a:pt x="508353" y="0"/>
                      </a:cubicBezTo>
                      <a:close/>
                      <a:moveTo>
                        <a:pt x="899394" y="518129"/>
                      </a:moveTo>
                      <a:cubicBezTo>
                        <a:pt x="897439" y="565054"/>
                        <a:pt x="887663" y="611979"/>
                        <a:pt x="872021" y="654993"/>
                      </a:cubicBezTo>
                      <a:cubicBezTo>
                        <a:pt x="856380" y="694098"/>
                        <a:pt x="834872" y="731246"/>
                        <a:pt x="805544" y="762530"/>
                      </a:cubicBezTo>
                      <a:cubicBezTo>
                        <a:pt x="760574" y="817275"/>
                        <a:pt x="721470" y="875931"/>
                        <a:pt x="692142" y="938498"/>
                      </a:cubicBezTo>
                      <a:lnTo>
                        <a:pt x="508353" y="938498"/>
                      </a:lnTo>
                      <a:lnTo>
                        <a:pt x="326519" y="938498"/>
                      </a:lnTo>
                      <a:cubicBezTo>
                        <a:pt x="295236" y="875931"/>
                        <a:pt x="256132" y="817275"/>
                        <a:pt x="213117" y="762530"/>
                      </a:cubicBezTo>
                      <a:cubicBezTo>
                        <a:pt x="185744" y="731246"/>
                        <a:pt x="162282" y="694098"/>
                        <a:pt x="146640" y="654993"/>
                      </a:cubicBezTo>
                      <a:cubicBezTo>
                        <a:pt x="129043" y="611979"/>
                        <a:pt x="121223" y="565054"/>
                        <a:pt x="119267" y="518129"/>
                      </a:cubicBezTo>
                      <a:lnTo>
                        <a:pt x="119267" y="502488"/>
                      </a:lnTo>
                      <a:cubicBezTo>
                        <a:pt x="123178" y="289370"/>
                        <a:pt x="297191" y="117312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510308" y="115357"/>
                        <a:pt x="510308" y="115357"/>
                        <a:pt x="510308" y="115357"/>
                      </a:cubicBezTo>
                      <a:cubicBezTo>
                        <a:pt x="510308" y="115357"/>
                        <a:pt x="510308" y="115357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723426" y="117312"/>
                        <a:pt x="897439" y="287415"/>
                        <a:pt x="901349" y="502488"/>
                      </a:cubicBezTo>
                      <a:lnTo>
                        <a:pt x="901349" y="51812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pic>
        <p:nvPicPr>
          <p:cNvPr id="11" name="Graphic 10" descr="Tick with solid fill">
            <a:extLst>
              <a:ext uri="{FF2B5EF4-FFF2-40B4-BE49-F238E27FC236}">
                <a16:creationId xmlns:a16="http://schemas.microsoft.com/office/drawing/2014/main" id="{4455606D-F708-C14B-9C7C-2E13197DA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23315" y="3742770"/>
            <a:ext cx="1099577" cy="103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36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5F7B399-B9B9-B94A-9D88-9841101471FF}"/>
              </a:ext>
            </a:extLst>
          </p:cNvPr>
          <p:cNvGrpSpPr>
            <a:grpSpLocks noChangeAspect="1"/>
          </p:cNvGrpSpPr>
          <p:nvPr/>
        </p:nvGrpSpPr>
        <p:grpSpPr>
          <a:xfrm>
            <a:off x="4485617" y="2166711"/>
            <a:ext cx="2845348" cy="2754731"/>
            <a:chOff x="4785162" y="2617280"/>
            <a:chExt cx="1994010" cy="193050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FFBD96A-BCEC-EA44-B9EC-B8CF9707F2D0}"/>
                </a:ext>
              </a:extLst>
            </p:cNvPr>
            <p:cNvSpPr/>
            <p:nvPr/>
          </p:nvSpPr>
          <p:spPr>
            <a:xfrm>
              <a:off x="4785162" y="2617280"/>
              <a:ext cx="1994010" cy="193050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3" name="Graphic 42" descr="Lightbulb with solid fill">
              <a:extLst>
                <a:ext uri="{FF2B5EF4-FFF2-40B4-BE49-F238E27FC236}">
                  <a16:creationId xmlns:a16="http://schemas.microsoft.com/office/drawing/2014/main" id="{50B30121-4111-C74D-A916-5CA498919F1D}"/>
                </a:ext>
              </a:extLst>
            </p:cNvPr>
            <p:cNvGrpSpPr/>
            <p:nvPr/>
          </p:nvGrpSpPr>
          <p:grpSpPr>
            <a:xfrm>
              <a:off x="4945269" y="2741853"/>
              <a:ext cx="1673797" cy="1673800"/>
              <a:chOff x="6638354" y="1255142"/>
              <a:chExt cx="1876996" cy="1876996"/>
            </a:xfrm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78203CFA-BB8C-7D42-8DBB-D9BAAA22DC9E}"/>
                  </a:ext>
                </a:extLst>
              </p:cNvPr>
              <p:cNvSpPr/>
              <p:nvPr/>
            </p:nvSpPr>
            <p:spPr>
              <a:xfrm>
                <a:off x="7322675" y="2506472"/>
                <a:ext cx="508353" cy="117312"/>
              </a:xfrm>
              <a:custGeom>
                <a:avLst/>
                <a:gdLst>
                  <a:gd name="connsiteX0" fmla="*/ 58656 w 508353"/>
                  <a:gd name="connsiteY0" fmla="*/ 0 h 117312"/>
                  <a:gd name="connsiteX1" fmla="*/ 449697 w 508353"/>
                  <a:gd name="connsiteY1" fmla="*/ 0 h 117312"/>
                  <a:gd name="connsiteX2" fmla="*/ 508353 w 508353"/>
                  <a:gd name="connsiteY2" fmla="*/ 58656 h 117312"/>
                  <a:gd name="connsiteX3" fmla="*/ 449697 w 508353"/>
                  <a:gd name="connsiteY3" fmla="*/ 117312 h 117312"/>
                  <a:gd name="connsiteX4" fmla="*/ 58656 w 508353"/>
                  <a:gd name="connsiteY4" fmla="*/ 117312 h 117312"/>
                  <a:gd name="connsiteX5" fmla="*/ 0 w 508353"/>
                  <a:gd name="connsiteY5" fmla="*/ 58656 h 117312"/>
                  <a:gd name="connsiteX6" fmla="*/ 58656 w 508353"/>
                  <a:gd name="connsiteY6" fmla="*/ 0 h 117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08353" h="117312">
                    <a:moveTo>
                      <a:pt x="58656" y="0"/>
                    </a:moveTo>
                    <a:lnTo>
                      <a:pt x="449697" y="0"/>
                    </a:lnTo>
                    <a:cubicBezTo>
                      <a:pt x="482935" y="0"/>
                      <a:pt x="508353" y="25418"/>
                      <a:pt x="508353" y="58656"/>
                    </a:cubicBezTo>
                    <a:cubicBezTo>
                      <a:pt x="508353" y="91895"/>
                      <a:pt x="482935" y="117312"/>
                      <a:pt x="449697" y="117312"/>
                    </a:cubicBezTo>
                    <a:lnTo>
                      <a:pt x="58656" y="117312"/>
                    </a:lnTo>
                    <a:cubicBezTo>
                      <a:pt x="25418" y="117312"/>
                      <a:pt x="0" y="91895"/>
                      <a:pt x="0" y="58656"/>
                    </a:cubicBezTo>
                    <a:cubicBezTo>
                      <a:pt x="0" y="25418"/>
                      <a:pt x="25418" y="0"/>
                      <a:pt x="5865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73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F98A42F4-AC15-AD4B-98B4-3440BF039AB6}"/>
                  </a:ext>
                </a:extLst>
              </p:cNvPr>
              <p:cNvSpPr/>
              <p:nvPr/>
            </p:nvSpPr>
            <p:spPr>
              <a:xfrm>
                <a:off x="7322675" y="2701993"/>
                <a:ext cx="508353" cy="117312"/>
              </a:xfrm>
              <a:custGeom>
                <a:avLst/>
                <a:gdLst>
                  <a:gd name="connsiteX0" fmla="*/ 58656 w 508353"/>
                  <a:gd name="connsiteY0" fmla="*/ 0 h 117312"/>
                  <a:gd name="connsiteX1" fmla="*/ 449697 w 508353"/>
                  <a:gd name="connsiteY1" fmla="*/ 0 h 117312"/>
                  <a:gd name="connsiteX2" fmla="*/ 508353 w 508353"/>
                  <a:gd name="connsiteY2" fmla="*/ 58656 h 117312"/>
                  <a:gd name="connsiteX3" fmla="*/ 449697 w 508353"/>
                  <a:gd name="connsiteY3" fmla="*/ 117312 h 117312"/>
                  <a:gd name="connsiteX4" fmla="*/ 58656 w 508353"/>
                  <a:gd name="connsiteY4" fmla="*/ 117312 h 117312"/>
                  <a:gd name="connsiteX5" fmla="*/ 0 w 508353"/>
                  <a:gd name="connsiteY5" fmla="*/ 58656 h 117312"/>
                  <a:gd name="connsiteX6" fmla="*/ 58656 w 508353"/>
                  <a:gd name="connsiteY6" fmla="*/ 0 h 117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08353" h="117312">
                    <a:moveTo>
                      <a:pt x="58656" y="0"/>
                    </a:moveTo>
                    <a:lnTo>
                      <a:pt x="449697" y="0"/>
                    </a:lnTo>
                    <a:cubicBezTo>
                      <a:pt x="482935" y="0"/>
                      <a:pt x="508353" y="25418"/>
                      <a:pt x="508353" y="58656"/>
                    </a:cubicBezTo>
                    <a:cubicBezTo>
                      <a:pt x="508353" y="91895"/>
                      <a:pt x="482935" y="117312"/>
                      <a:pt x="449697" y="117312"/>
                    </a:cubicBezTo>
                    <a:lnTo>
                      <a:pt x="58656" y="117312"/>
                    </a:lnTo>
                    <a:cubicBezTo>
                      <a:pt x="25418" y="117312"/>
                      <a:pt x="0" y="91895"/>
                      <a:pt x="0" y="58656"/>
                    </a:cubicBezTo>
                    <a:cubicBezTo>
                      <a:pt x="0" y="25418"/>
                      <a:pt x="25418" y="0"/>
                      <a:pt x="5865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73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7DDC1F23-0DE1-7E41-83C8-CFBDAE46E845}"/>
                  </a:ext>
                </a:extLst>
              </p:cNvPr>
              <p:cNvSpPr/>
              <p:nvPr/>
            </p:nvSpPr>
            <p:spPr>
              <a:xfrm>
                <a:off x="7449763" y="2897513"/>
                <a:ext cx="254176" cy="117312"/>
              </a:xfrm>
              <a:custGeom>
                <a:avLst/>
                <a:gdLst>
                  <a:gd name="connsiteX0" fmla="*/ 0 w 254176"/>
                  <a:gd name="connsiteY0" fmla="*/ 0 h 117312"/>
                  <a:gd name="connsiteX1" fmla="*/ 127088 w 254176"/>
                  <a:gd name="connsiteY1" fmla="*/ 117312 h 117312"/>
                  <a:gd name="connsiteX2" fmla="*/ 254177 w 254176"/>
                  <a:gd name="connsiteY2" fmla="*/ 0 h 117312"/>
                  <a:gd name="connsiteX3" fmla="*/ 0 w 254176"/>
                  <a:gd name="connsiteY3" fmla="*/ 0 h 117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176" h="117312">
                    <a:moveTo>
                      <a:pt x="0" y="0"/>
                    </a:moveTo>
                    <a:cubicBezTo>
                      <a:pt x="5866" y="66477"/>
                      <a:pt x="60611" y="117312"/>
                      <a:pt x="127088" y="117312"/>
                    </a:cubicBezTo>
                    <a:cubicBezTo>
                      <a:pt x="193565" y="117312"/>
                      <a:pt x="248311" y="66477"/>
                      <a:pt x="25417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73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22779128-F91C-A248-8BC3-BFA534C650AC}"/>
                  </a:ext>
                </a:extLst>
              </p:cNvPr>
              <p:cNvSpPr/>
              <p:nvPr/>
            </p:nvSpPr>
            <p:spPr>
              <a:xfrm>
                <a:off x="7068498" y="1372454"/>
                <a:ext cx="1016706" cy="1055810"/>
              </a:xfrm>
              <a:custGeom>
                <a:avLst/>
                <a:gdLst>
                  <a:gd name="connsiteX0" fmla="*/ 508353 w 1016706"/>
                  <a:gd name="connsiteY0" fmla="*/ 0 h 1055810"/>
                  <a:gd name="connsiteX1" fmla="*/ 508353 w 1016706"/>
                  <a:gd name="connsiteY1" fmla="*/ 0 h 1055810"/>
                  <a:gd name="connsiteX2" fmla="*/ 508353 w 1016706"/>
                  <a:gd name="connsiteY2" fmla="*/ 0 h 1055810"/>
                  <a:gd name="connsiteX3" fmla="*/ 0 w 1016706"/>
                  <a:gd name="connsiteY3" fmla="*/ 502488 h 1055810"/>
                  <a:gd name="connsiteX4" fmla="*/ 0 w 1016706"/>
                  <a:gd name="connsiteY4" fmla="*/ 520084 h 1055810"/>
                  <a:gd name="connsiteX5" fmla="*/ 35194 w 1016706"/>
                  <a:gd name="connsiteY5" fmla="*/ 696053 h 1055810"/>
                  <a:gd name="connsiteX6" fmla="*/ 123178 w 1016706"/>
                  <a:gd name="connsiteY6" fmla="*/ 840738 h 1055810"/>
                  <a:gd name="connsiteX7" fmla="*/ 242445 w 1016706"/>
                  <a:gd name="connsiteY7" fmla="*/ 1034303 h 1055810"/>
                  <a:gd name="connsiteX8" fmla="*/ 277639 w 1016706"/>
                  <a:gd name="connsiteY8" fmla="*/ 1055810 h 1055810"/>
                  <a:gd name="connsiteX9" fmla="*/ 739067 w 1016706"/>
                  <a:gd name="connsiteY9" fmla="*/ 1055810 h 1055810"/>
                  <a:gd name="connsiteX10" fmla="*/ 774261 w 1016706"/>
                  <a:gd name="connsiteY10" fmla="*/ 1034303 h 1055810"/>
                  <a:gd name="connsiteX11" fmla="*/ 893528 w 1016706"/>
                  <a:gd name="connsiteY11" fmla="*/ 840738 h 1055810"/>
                  <a:gd name="connsiteX12" fmla="*/ 981512 w 1016706"/>
                  <a:gd name="connsiteY12" fmla="*/ 696053 h 1055810"/>
                  <a:gd name="connsiteX13" fmla="*/ 1016706 w 1016706"/>
                  <a:gd name="connsiteY13" fmla="*/ 520084 h 1055810"/>
                  <a:gd name="connsiteX14" fmla="*/ 1016706 w 1016706"/>
                  <a:gd name="connsiteY14" fmla="*/ 502488 h 1055810"/>
                  <a:gd name="connsiteX15" fmla="*/ 508353 w 1016706"/>
                  <a:gd name="connsiteY15" fmla="*/ 0 h 1055810"/>
                  <a:gd name="connsiteX16" fmla="*/ 899394 w 1016706"/>
                  <a:gd name="connsiteY16" fmla="*/ 518129 h 1055810"/>
                  <a:gd name="connsiteX17" fmla="*/ 872021 w 1016706"/>
                  <a:gd name="connsiteY17" fmla="*/ 654993 h 1055810"/>
                  <a:gd name="connsiteX18" fmla="*/ 805544 w 1016706"/>
                  <a:gd name="connsiteY18" fmla="*/ 762530 h 1055810"/>
                  <a:gd name="connsiteX19" fmla="*/ 692142 w 1016706"/>
                  <a:gd name="connsiteY19" fmla="*/ 938498 h 1055810"/>
                  <a:gd name="connsiteX20" fmla="*/ 508353 w 1016706"/>
                  <a:gd name="connsiteY20" fmla="*/ 938498 h 1055810"/>
                  <a:gd name="connsiteX21" fmla="*/ 326519 w 1016706"/>
                  <a:gd name="connsiteY21" fmla="*/ 938498 h 1055810"/>
                  <a:gd name="connsiteX22" fmla="*/ 213117 w 1016706"/>
                  <a:gd name="connsiteY22" fmla="*/ 762530 h 1055810"/>
                  <a:gd name="connsiteX23" fmla="*/ 146640 w 1016706"/>
                  <a:gd name="connsiteY23" fmla="*/ 654993 h 1055810"/>
                  <a:gd name="connsiteX24" fmla="*/ 119267 w 1016706"/>
                  <a:gd name="connsiteY24" fmla="*/ 518129 h 1055810"/>
                  <a:gd name="connsiteX25" fmla="*/ 119267 w 1016706"/>
                  <a:gd name="connsiteY25" fmla="*/ 502488 h 1055810"/>
                  <a:gd name="connsiteX26" fmla="*/ 510308 w 1016706"/>
                  <a:gd name="connsiteY26" fmla="*/ 115357 h 1055810"/>
                  <a:gd name="connsiteX27" fmla="*/ 510308 w 1016706"/>
                  <a:gd name="connsiteY27" fmla="*/ 115357 h 1055810"/>
                  <a:gd name="connsiteX28" fmla="*/ 510308 w 1016706"/>
                  <a:gd name="connsiteY28" fmla="*/ 115357 h 1055810"/>
                  <a:gd name="connsiteX29" fmla="*/ 510308 w 1016706"/>
                  <a:gd name="connsiteY29" fmla="*/ 115357 h 1055810"/>
                  <a:gd name="connsiteX30" fmla="*/ 510308 w 1016706"/>
                  <a:gd name="connsiteY30" fmla="*/ 115357 h 1055810"/>
                  <a:gd name="connsiteX31" fmla="*/ 510308 w 1016706"/>
                  <a:gd name="connsiteY31" fmla="*/ 115357 h 1055810"/>
                  <a:gd name="connsiteX32" fmla="*/ 510308 w 1016706"/>
                  <a:gd name="connsiteY32" fmla="*/ 115357 h 1055810"/>
                  <a:gd name="connsiteX33" fmla="*/ 901349 w 1016706"/>
                  <a:gd name="connsiteY33" fmla="*/ 502488 h 1055810"/>
                  <a:gd name="connsiteX34" fmla="*/ 901349 w 1016706"/>
                  <a:gd name="connsiteY34" fmla="*/ 518129 h 1055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016706" h="1055810">
                    <a:moveTo>
                      <a:pt x="508353" y="0"/>
                    </a:moveTo>
                    <a:cubicBezTo>
                      <a:pt x="508353" y="0"/>
                      <a:pt x="508353" y="0"/>
                      <a:pt x="508353" y="0"/>
                    </a:cubicBezTo>
                    <a:cubicBezTo>
                      <a:pt x="508353" y="0"/>
                      <a:pt x="508353" y="0"/>
                      <a:pt x="508353" y="0"/>
                    </a:cubicBezTo>
                    <a:cubicBezTo>
                      <a:pt x="230714" y="1955"/>
                      <a:pt x="5866" y="224848"/>
                      <a:pt x="0" y="502488"/>
                    </a:cubicBezTo>
                    <a:lnTo>
                      <a:pt x="0" y="520084"/>
                    </a:lnTo>
                    <a:cubicBezTo>
                      <a:pt x="1955" y="580696"/>
                      <a:pt x="13686" y="639352"/>
                      <a:pt x="35194" y="696053"/>
                    </a:cubicBezTo>
                    <a:cubicBezTo>
                      <a:pt x="56701" y="748843"/>
                      <a:pt x="86029" y="797723"/>
                      <a:pt x="123178" y="840738"/>
                    </a:cubicBezTo>
                    <a:cubicBezTo>
                      <a:pt x="170103" y="891573"/>
                      <a:pt x="220938" y="991289"/>
                      <a:pt x="242445" y="1034303"/>
                    </a:cubicBezTo>
                    <a:cubicBezTo>
                      <a:pt x="248311" y="1047989"/>
                      <a:pt x="261997" y="1055810"/>
                      <a:pt x="277639" y="1055810"/>
                    </a:cubicBezTo>
                    <a:lnTo>
                      <a:pt x="739067" y="1055810"/>
                    </a:lnTo>
                    <a:cubicBezTo>
                      <a:pt x="754709" y="1055810"/>
                      <a:pt x="768395" y="1047989"/>
                      <a:pt x="774261" y="1034303"/>
                    </a:cubicBezTo>
                    <a:cubicBezTo>
                      <a:pt x="795768" y="991289"/>
                      <a:pt x="846603" y="891573"/>
                      <a:pt x="893528" y="840738"/>
                    </a:cubicBezTo>
                    <a:cubicBezTo>
                      <a:pt x="930677" y="797723"/>
                      <a:pt x="961960" y="748843"/>
                      <a:pt x="981512" y="696053"/>
                    </a:cubicBezTo>
                    <a:cubicBezTo>
                      <a:pt x="1003020" y="639352"/>
                      <a:pt x="1014751" y="580696"/>
                      <a:pt x="1016706" y="520084"/>
                    </a:cubicBezTo>
                    <a:lnTo>
                      <a:pt x="1016706" y="502488"/>
                    </a:lnTo>
                    <a:cubicBezTo>
                      <a:pt x="1010841" y="224848"/>
                      <a:pt x="785992" y="1955"/>
                      <a:pt x="508353" y="0"/>
                    </a:cubicBezTo>
                    <a:close/>
                    <a:moveTo>
                      <a:pt x="899394" y="518129"/>
                    </a:moveTo>
                    <a:cubicBezTo>
                      <a:pt x="897439" y="565054"/>
                      <a:pt x="887663" y="611979"/>
                      <a:pt x="872021" y="654993"/>
                    </a:cubicBezTo>
                    <a:cubicBezTo>
                      <a:pt x="856380" y="694098"/>
                      <a:pt x="834872" y="731246"/>
                      <a:pt x="805544" y="762530"/>
                    </a:cubicBezTo>
                    <a:cubicBezTo>
                      <a:pt x="760574" y="817275"/>
                      <a:pt x="721470" y="875931"/>
                      <a:pt x="692142" y="938498"/>
                    </a:cubicBezTo>
                    <a:lnTo>
                      <a:pt x="508353" y="938498"/>
                    </a:lnTo>
                    <a:lnTo>
                      <a:pt x="326519" y="938498"/>
                    </a:lnTo>
                    <a:cubicBezTo>
                      <a:pt x="295236" y="875931"/>
                      <a:pt x="256132" y="817275"/>
                      <a:pt x="213117" y="762530"/>
                    </a:cubicBezTo>
                    <a:cubicBezTo>
                      <a:pt x="185744" y="731246"/>
                      <a:pt x="162282" y="694098"/>
                      <a:pt x="146640" y="654993"/>
                    </a:cubicBezTo>
                    <a:cubicBezTo>
                      <a:pt x="129043" y="611979"/>
                      <a:pt x="121223" y="565054"/>
                      <a:pt x="119267" y="518129"/>
                    </a:cubicBezTo>
                    <a:lnTo>
                      <a:pt x="119267" y="502488"/>
                    </a:lnTo>
                    <a:cubicBezTo>
                      <a:pt x="123178" y="289370"/>
                      <a:pt x="297191" y="117312"/>
                      <a:pt x="510308" y="115357"/>
                    </a:cubicBezTo>
                    <a:lnTo>
                      <a:pt x="510308" y="115357"/>
                    </a:lnTo>
                    <a:lnTo>
                      <a:pt x="510308" y="115357"/>
                    </a:lnTo>
                    <a:cubicBezTo>
                      <a:pt x="510308" y="115357"/>
                      <a:pt x="510308" y="115357"/>
                      <a:pt x="510308" y="115357"/>
                    </a:cubicBezTo>
                    <a:cubicBezTo>
                      <a:pt x="510308" y="115357"/>
                      <a:pt x="510308" y="115357"/>
                      <a:pt x="510308" y="115357"/>
                    </a:cubicBezTo>
                    <a:lnTo>
                      <a:pt x="510308" y="115357"/>
                    </a:lnTo>
                    <a:lnTo>
                      <a:pt x="510308" y="115357"/>
                    </a:lnTo>
                    <a:cubicBezTo>
                      <a:pt x="723426" y="117312"/>
                      <a:pt x="897439" y="287415"/>
                      <a:pt x="901349" y="502488"/>
                    </a:cubicBezTo>
                    <a:lnTo>
                      <a:pt x="901349" y="518129"/>
                    </a:lnTo>
                    <a:close/>
                  </a:path>
                </a:pathLst>
              </a:custGeom>
              <a:solidFill>
                <a:schemeClr val="bg1"/>
              </a:solidFill>
              <a:ln w="173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pic>
        <p:nvPicPr>
          <p:cNvPr id="12" name="Graphic 11" descr="Tick with solid fill">
            <a:extLst>
              <a:ext uri="{FF2B5EF4-FFF2-40B4-BE49-F238E27FC236}">
                <a16:creationId xmlns:a16="http://schemas.microsoft.com/office/drawing/2014/main" id="{FBC64716-7F5E-1E40-BEFF-622E6FAC2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0843" y="2524283"/>
            <a:ext cx="1099577" cy="103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36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FFBD96A-BCEC-EA44-B9EC-B8CF9707F2D0}"/>
              </a:ext>
            </a:extLst>
          </p:cNvPr>
          <p:cNvSpPr/>
          <p:nvPr/>
        </p:nvSpPr>
        <p:spPr>
          <a:xfrm>
            <a:off x="4722967" y="2493340"/>
            <a:ext cx="2175164" cy="21058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D3FFA00-72CB-8D4C-9C42-D43F89569D2B}"/>
              </a:ext>
            </a:extLst>
          </p:cNvPr>
          <p:cNvGrpSpPr/>
          <p:nvPr/>
        </p:nvGrpSpPr>
        <p:grpSpPr>
          <a:xfrm>
            <a:off x="4945269" y="2741853"/>
            <a:ext cx="1673797" cy="1673800"/>
            <a:chOff x="3394995" y="4566674"/>
            <a:chExt cx="1673797" cy="1673800"/>
          </a:xfrm>
        </p:grpSpPr>
        <p:pic>
          <p:nvPicPr>
            <p:cNvPr id="52" name="Graphic 51" descr="Yin And Yang with solid fill">
              <a:extLst>
                <a:ext uri="{FF2B5EF4-FFF2-40B4-BE49-F238E27FC236}">
                  <a16:creationId xmlns:a16="http://schemas.microsoft.com/office/drawing/2014/main" id="{0A0D69C3-5566-954A-ACA7-05CC13DC2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30660" y="4627718"/>
              <a:ext cx="1014669" cy="1014669"/>
            </a:xfrm>
            <a:prstGeom prst="rect">
              <a:avLst/>
            </a:prstGeom>
          </p:spPr>
        </p:pic>
        <p:grpSp>
          <p:nvGrpSpPr>
            <p:cNvPr id="53" name="Graphic 42" descr="Lightbulb with solid fill">
              <a:extLst>
                <a:ext uri="{FF2B5EF4-FFF2-40B4-BE49-F238E27FC236}">
                  <a16:creationId xmlns:a16="http://schemas.microsoft.com/office/drawing/2014/main" id="{50B30121-4111-C74D-A916-5CA498919F1D}"/>
                </a:ext>
              </a:extLst>
            </p:cNvPr>
            <p:cNvGrpSpPr/>
            <p:nvPr/>
          </p:nvGrpSpPr>
          <p:grpSpPr>
            <a:xfrm>
              <a:off x="3394995" y="4566674"/>
              <a:ext cx="1673797" cy="1673800"/>
              <a:chOff x="6638354" y="1255142"/>
              <a:chExt cx="1876996" cy="1876996"/>
            </a:xfrm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78203CFA-BB8C-7D42-8DBB-D9BAAA22DC9E}"/>
                  </a:ext>
                </a:extLst>
              </p:cNvPr>
              <p:cNvSpPr/>
              <p:nvPr/>
            </p:nvSpPr>
            <p:spPr>
              <a:xfrm>
                <a:off x="7322675" y="2506472"/>
                <a:ext cx="508353" cy="117312"/>
              </a:xfrm>
              <a:custGeom>
                <a:avLst/>
                <a:gdLst>
                  <a:gd name="connsiteX0" fmla="*/ 58656 w 508353"/>
                  <a:gd name="connsiteY0" fmla="*/ 0 h 117312"/>
                  <a:gd name="connsiteX1" fmla="*/ 449697 w 508353"/>
                  <a:gd name="connsiteY1" fmla="*/ 0 h 117312"/>
                  <a:gd name="connsiteX2" fmla="*/ 508353 w 508353"/>
                  <a:gd name="connsiteY2" fmla="*/ 58656 h 117312"/>
                  <a:gd name="connsiteX3" fmla="*/ 449697 w 508353"/>
                  <a:gd name="connsiteY3" fmla="*/ 117312 h 117312"/>
                  <a:gd name="connsiteX4" fmla="*/ 58656 w 508353"/>
                  <a:gd name="connsiteY4" fmla="*/ 117312 h 117312"/>
                  <a:gd name="connsiteX5" fmla="*/ 0 w 508353"/>
                  <a:gd name="connsiteY5" fmla="*/ 58656 h 117312"/>
                  <a:gd name="connsiteX6" fmla="*/ 58656 w 508353"/>
                  <a:gd name="connsiteY6" fmla="*/ 0 h 117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08353" h="117312">
                    <a:moveTo>
                      <a:pt x="58656" y="0"/>
                    </a:moveTo>
                    <a:lnTo>
                      <a:pt x="449697" y="0"/>
                    </a:lnTo>
                    <a:cubicBezTo>
                      <a:pt x="482935" y="0"/>
                      <a:pt x="508353" y="25418"/>
                      <a:pt x="508353" y="58656"/>
                    </a:cubicBezTo>
                    <a:cubicBezTo>
                      <a:pt x="508353" y="91895"/>
                      <a:pt x="482935" y="117312"/>
                      <a:pt x="449697" y="117312"/>
                    </a:cubicBezTo>
                    <a:lnTo>
                      <a:pt x="58656" y="117312"/>
                    </a:lnTo>
                    <a:cubicBezTo>
                      <a:pt x="25418" y="117312"/>
                      <a:pt x="0" y="91895"/>
                      <a:pt x="0" y="58656"/>
                    </a:cubicBezTo>
                    <a:cubicBezTo>
                      <a:pt x="0" y="25418"/>
                      <a:pt x="25418" y="0"/>
                      <a:pt x="58656" y="0"/>
                    </a:cubicBezTo>
                    <a:close/>
                  </a:path>
                </a:pathLst>
              </a:custGeom>
              <a:solidFill>
                <a:srgbClr val="C8EBF2"/>
              </a:solidFill>
              <a:ln w="173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F98A42F4-AC15-AD4B-98B4-3440BF039AB6}"/>
                  </a:ext>
                </a:extLst>
              </p:cNvPr>
              <p:cNvSpPr/>
              <p:nvPr/>
            </p:nvSpPr>
            <p:spPr>
              <a:xfrm>
                <a:off x="7322675" y="2701993"/>
                <a:ext cx="508353" cy="117312"/>
              </a:xfrm>
              <a:custGeom>
                <a:avLst/>
                <a:gdLst>
                  <a:gd name="connsiteX0" fmla="*/ 58656 w 508353"/>
                  <a:gd name="connsiteY0" fmla="*/ 0 h 117312"/>
                  <a:gd name="connsiteX1" fmla="*/ 449697 w 508353"/>
                  <a:gd name="connsiteY1" fmla="*/ 0 h 117312"/>
                  <a:gd name="connsiteX2" fmla="*/ 508353 w 508353"/>
                  <a:gd name="connsiteY2" fmla="*/ 58656 h 117312"/>
                  <a:gd name="connsiteX3" fmla="*/ 449697 w 508353"/>
                  <a:gd name="connsiteY3" fmla="*/ 117312 h 117312"/>
                  <a:gd name="connsiteX4" fmla="*/ 58656 w 508353"/>
                  <a:gd name="connsiteY4" fmla="*/ 117312 h 117312"/>
                  <a:gd name="connsiteX5" fmla="*/ 0 w 508353"/>
                  <a:gd name="connsiteY5" fmla="*/ 58656 h 117312"/>
                  <a:gd name="connsiteX6" fmla="*/ 58656 w 508353"/>
                  <a:gd name="connsiteY6" fmla="*/ 0 h 117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08353" h="117312">
                    <a:moveTo>
                      <a:pt x="58656" y="0"/>
                    </a:moveTo>
                    <a:lnTo>
                      <a:pt x="449697" y="0"/>
                    </a:lnTo>
                    <a:cubicBezTo>
                      <a:pt x="482935" y="0"/>
                      <a:pt x="508353" y="25418"/>
                      <a:pt x="508353" y="58656"/>
                    </a:cubicBezTo>
                    <a:cubicBezTo>
                      <a:pt x="508353" y="91895"/>
                      <a:pt x="482935" y="117312"/>
                      <a:pt x="449697" y="117312"/>
                    </a:cubicBezTo>
                    <a:lnTo>
                      <a:pt x="58656" y="117312"/>
                    </a:lnTo>
                    <a:cubicBezTo>
                      <a:pt x="25418" y="117312"/>
                      <a:pt x="0" y="91895"/>
                      <a:pt x="0" y="58656"/>
                    </a:cubicBezTo>
                    <a:cubicBezTo>
                      <a:pt x="0" y="25418"/>
                      <a:pt x="25418" y="0"/>
                      <a:pt x="58656" y="0"/>
                    </a:cubicBezTo>
                    <a:close/>
                  </a:path>
                </a:pathLst>
              </a:custGeom>
              <a:solidFill>
                <a:srgbClr val="54A3E7"/>
              </a:solidFill>
              <a:ln w="173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7DDC1F23-0DE1-7E41-83C8-CFBDAE46E845}"/>
                  </a:ext>
                </a:extLst>
              </p:cNvPr>
              <p:cNvSpPr/>
              <p:nvPr/>
            </p:nvSpPr>
            <p:spPr>
              <a:xfrm>
                <a:off x="7449763" y="2897513"/>
                <a:ext cx="254176" cy="117312"/>
              </a:xfrm>
              <a:custGeom>
                <a:avLst/>
                <a:gdLst>
                  <a:gd name="connsiteX0" fmla="*/ 0 w 254176"/>
                  <a:gd name="connsiteY0" fmla="*/ 0 h 117312"/>
                  <a:gd name="connsiteX1" fmla="*/ 127088 w 254176"/>
                  <a:gd name="connsiteY1" fmla="*/ 117312 h 117312"/>
                  <a:gd name="connsiteX2" fmla="*/ 254177 w 254176"/>
                  <a:gd name="connsiteY2" fmla="*/ 0 h 117312"/>
                  <a:gd name="connsiteX3" fmla="*/ 0 w 254176"/>
                  <a:gd name="connsiteY3" fmla="*/ 0 h 117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176" h="117312">
                    <a:moveTo>
                      <a:pt x="0" y="0"/>
                    </a:moveTo>
                    <a:cubicBezTo>
                      <a:pt x="5866" y="66477"/>
                      <a:pt x="60611" y="117312"/>
                      <a:pt x="127088" y="117312"/>
                    </a:cubicBezTo>
                    <a:cubicBezTo>
                      <a:pt x="193565" y="117312"/>
                      <a:pt x="248311" y="66477"/>
                      <a:pt x="25417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0F0"/>
              </a:solidFill>
              <a:ln w="173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22779128-F91C-A248-8BC3-BFA534C650AC}"/>
                  </a:ext>
                </a:extLst>
              </p:cNvPr>
              <p:cNvSpPr/>
              <p:nvPr/>
            </p:nvSpPr>
            <p:spPr>
              <a:xfrm>
                <a:off x="7068498" y="1372454"/>
                <a:ext cx="1016706" cy="1055810"/>
              </a:xfrm>
              <a:custGeom>
                <a:avLst/>
                <a:gdLst>
                  <a:gd name="connsiteX0" fmla="*/ 508353 w 1016706"/>
                  <a:gd name="connsiteY0" fmla="*/ 0 h 1055810"/>
                  <a:gd name="connsiteX1" fmla="*/ 508353 w 1016706"/>
                  <a:gd name="connsiteY1" fmla="*/ 0 h 1055810"/>
                  <a:gd name="connsiteX2" fmla="*/ 508353 w 1016706"/>
                  <a:gd name="connsiteY2" fmla="*/ 0 h 1055810"/>
                  <a:gd name="connsiteX3" fmla="*/ 0 w 1016706"/>
                  <a:gd name="connsiteY3" fmla="*/ 502488 h 1055810"/>
                  <a:gd name="connsiteX4" fmla="*/ 0 w 1016706"/>
                  <a:gd name="connsiteY4" fmla="*/ 520084 h 1055810"/>
                  <a:gd name="connsiteX5" fmla="*/ 35194 w 1016706"/>
                  <a:gd name="connsiteY5" fmla="*/ 696053 h 1055810"/>
                  <a:gd name="connsiteX6" fmla="*/ 123178 w 1016706"/>
                  <a:gd name="connsiteY6" fmla="*/ 840738 h 1055810"/>
                  <a:gd name="connsiteX7" fmla="*/ 242445 w 1016706"/>
                  <a:gd name="connsiteY7" fmla="*/ 1034303 h 1055810"/>
                  <a:gd name="connsiteX8" fmla="*/ 277639 w 1016706"/>
                  <a:gd name="connsiteY8" fmla="*/ 1055810 h 1055810"/>
                  <a:gd name="connsiteX9" fmla="*/ 739067 w 1016706"/>
                  <a:gd name="connsiteY9" fmla="*/ 1055810 h 1055810"/>
                  <a:gd name="connsiteX10" fmla="*/ 774261 w 1016706"/>
                  <a:gd name="connsiteY10" fmla="*/ 1034303 h 1055810"/>
                  <a:gd name="connsiteX11" fmla="*/ 893528 w 1016706"/>
                  <a:gd name="connsiteY11" fmla="*/ 840738 h 1055810"/>
                  <a:gd name="connsiteX12" fmla="*/ 981512 w 1016706"/>
                  <a:gd name="connsiteY12" fmla="*/ 696053 h 1055810"/>
                  <a:gd name="connsiteX13" fmla="*/ 1016706 w 1016706"/>
                  <a:gd name="connsiteY13" fmla="*/ 520084 h 1055810"/>
                  <a:gd name="connsiteX14" fmla="*/ 1016706 w 1016706"/>
                  <a:gd name="connsiteY14" fmla="*/ 502488 h 1055810"/>
                  <a:gd name="connsiteX15" fmla="*/ 508353 w 1016706"/>
                  <a:gd name="connsiteY15" fmla="*/ 0 h 1055810"/>
                  <a:gd name="connsiteX16" fmla="*/ 899394 w 1016706"/>
                  <a:gd name="connsiteY16" fmla="*/ 518129 h 1055810"/>
                  <a:gd name="connsiteX17" fmla="*/ 872021 w 1016706"/>
                  <a:gd name="connsiteY17" fmla="*/ 654993 h 1055810"/>
                  <a:gd name="connsiteX18" fmla="*/ 805544 w 1016706"/>
                  <a:gd name="connsiteY18" fmla="*/ 762530 h 1055810"/>
                  <a:gd name="connsiteX19" fmla="*/ 692142 w 1016706"/>
                  <a:gd name="connsiteY19" fmla="*/ 938498 h 1055810"/>
                  <a:gd name="connsiteX20" fmla="*/ 508353 w 1016706"/>
                  <a:gd name="connsiteY20" fmla="*/ 938498 h 1055810"/>
                  <a:gd name="connsiteX21" fmla="*/ 326519 w 1016706"/>
                  <a:gd name="connsiteY21" fmla="*/ 938498 h 1055810"/>
                  <a:gd name="connsiteX22" fmla="*/ 213117 w 1016706"/>
                  <a:gd name="connsiteY22" fmla="*/ 762530 h 1055810"/>
                  <a:gd name="connsiteX23" fmla="*/ 146640 w 1016706"/>
                  <a:gd name="connsiteY23" fmla="*/ 654993 h 1055810"/>
                  <a:gd name="connsiteX24" fmla="*/ 119267 w 1016706"/>
                  <a:gd name="connsiteY24" fmla="*/ 518129 h 1055810"/>
                  <a:gd name="connsiteX25" fmla="*/ 119267 w 1016706"/>
                  <a:gd name="connsiteY25" fmla="*/ 502488 h 1055810"/>
                  <a:gd name="connsiteX26" fmla="*/ 510308 w 1016706"/>
                  <a:gd name="connsiteY26" fmla="*/ 115357 h 1055810"/>
                  <a:gd name="connsiteX27" fmla="*/ 510308 w 1016706"/>
                  <a:gd name="connsiteY27" fmla="*/ 115357 h 1055810"/>
                  <a:gd name="connsiteX28" fmla="*/ 510308 w 1016706"/>
                  <a:gd name="connsiteY28" fmla="*/ 115357 h 1055810"/>
                  <a:gd name="connsiteX29" fmla="*/ 510308 w 1016706"/>
                  <a:gd name="connsiteY29" fmla="*/ 115357 h 1055810"/>
                  <a:gd name="connsiteX30" fmla="*/ 510308 w 1016706"/>
                  <a:gd name="connsiteY30" fmla="*/ 115357 h 1055810"/>
                  <a:gd name="connsiteX31" fmla="*/ 510308 w 1016706"/>
                  <a:gd name="connsiteY31" fmla="*/ 115357 h 1055810"/>
                  <a:gd name="connsiteX32" fmla="*/ 510308 w 1016706"/>
                  <a:gd name="connsiteY32" fmla="*/ 115357 h 1055810"/>
                  <a:gd name="connsiteX33" fmla="*/ 901349 w 1016706"/>
                  <a:gd name="connsiteY33" fmla="*/ 502488 h 1055810"/>
                  <a:gd name="connsiteX34" fmla="*/ 901349 w 1016706"/>
                  <a:gd name="connsiteY34" fmla="*/ 518129 h 1055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016706" h="1055810">
                    <a:moveTo>
                      <a:pt x="508353" y="0"/>
                    </a:moveTo>
                    <a:cubicBezTo>
                      <a:pt x="508353" y="0"/>
                      <a:pt x="508353" y="0"/>
                      <a:pt x="508353" y="0"/>
                    </a:cubicBezTo>
                    <a:cubicBezTo>
                      <a:pt x="508353" y="0"/>
                      <a:pt x="508353" y="0"/>
                      <a:pt x="508353" y="0"/>
                    </a:cubicBezTo>
                    <a:cubicBezTo>
                      <a:pt x="230714" y="1955"/>
                      <a:pt x="5866" y="224848"/>
                      <a:pt x="0" y="502488"/>
                    </a:cubicBezTo>
                    <a:lnTo>
                      <a:pt x="0" y="520084"/>
                    </a:lnTo>
                    <a:cubicBezTo>
                      <a:pt x="1955" y="580696"/>
                      <a:pt x="13686" y="639352"/>
                      <a:pt x="35194" y="696053"/>
                    </a:cubicBezTo>
                    <a:cubicBezTo>
                      <a:pt x="56701" y="748843"/>
                      <a:pt x="86029" y="797723"/>
                      <a:pt x="123178" y="840738"/>
                    </a:cubicBezTo>
                    <a:cubicBezTo>
                      <a:pt x="170103" y="891573"/>
                      <a:pt x="220938" y="991289"/>
                      <a:pt x="242445" y="1034303"/>
                    </a:cubicBezTo>
                    <a:cubicBezTo>
                      <a:pt x="248311" y="1047989"/>
                      <a:pt x="261997" y="1055810"/>
                      <a:pt x="277639" y="1055810"/>
                    </a:cubicBezTo>
                    <a:lnTo>
                      <a:pt x="739067" y="1055810"/>
                    </a:lnTo>
                    <a:cubicBezTo>
                      <a:pt x="754709" y="1055810"/>
                      <a:pt x="768395" y="1047989"/>
                      <a:pt x="774261" y="1034303"/>
                    </a:cubicBezTo>
                    <a:cubicBezTo>
                      <a:pt x="795768" y="991289"/>
                      <a:pt x="846603" y="891573"/>
                      <a:pt x="893528" y="840738"/>
                    </a:cubicBezTo>
                    <a:cubicBezTo>
                      <a:pt x="930677" y="797723"/>
                      <a:pt x="961960" y="748843"/>
                      <a:pt x="981512" y="696053"/>
                    </a:cubicBezTo>
                    <a:cubicBezTo>
                      <a:pt x="1003020" y="639352"/>
                      <a:pt x="1014751" y="580696"/>
                      <a:pt x="1016706" y="520084"/>
                    </a:cubicBezTo>
                    <a:lnTo>
                      <a:pt x="1016706" y="502488"/>
                    </a:lnTo>
                    <a:cubicBezTo>
                      <a:pt x="1010841" y="224848"/>
                      <a:pt x="785992" y="1955"/>
                      <a:pt x="508353" y="0"/>
                    </a:cubicBezTo>
                    <a:close/>
                    <a:moveTo>
                      <a:pt x="899394" y="518129"/>
                    </a:moveTo>
                    <a:cubicBezTo>
                      <a:pt x="897439" y="565054"/>
                      <a:pt x="887663" y="611979"/>
                      <a:pt x="872021" y="654993"/>
                    </a:cubicBezTo>
                    <a:cubicBezTo>
                      <a:pt x="856380" y="694098"/>
                      <a:pt x="834872" y="731246"/>
                      <a:pt x="805544" y="762530"/>
                    </a:cubicBezTo>
                    <a:cubicBezTo>
                      <a:pt x="760574" y="817275"/>
                      <a:pt x="721470" y="875931"/>
                      <a:pt x="692142" y="938498"/>
                    </a:cubicBezTo>
                    <a:lnTo>
                      <a:pt x="508353" y="938498"/>
                    </a:lnTo>
                    <a:lnTo>
                      <a:pt x="326519" y="938498"/>
                    </a:lnTo>
                    <a:cubicBezTo>
                      <a:pt x="295236" y="875931"/>
                      <a:pt x="256132" y="817275"/>
                      <a:pt x="213117" y="762530"/>
                    </a:cubicBezTo>
                    <a:cubicBezTo>
                      <a:pt x="185744" y="731246"/>
                      <a:pt x="162282" y="694098"/>
                      <a:pt x="146640" y="654993"/>
                    </a:cubicBezTo>
                    <a:cubicBezTo>
                      <a:pt x="129043" y="611979"/>
                      <a:pt x="121223" y="565054"/>
                      <a:pt x="119267" y="518129"/>
                    </a:cubicBezTo>
                    <a:lnTo>
                      <a:pt x="119267" y="502488"/>
                    </a:lnTo>
                    <a:cubicBezTo>
                      <a:pt x="123178" y="289370"/>
                      <a:pt x="297191" y="117312"/>
                      <a:pt x="510308" y="115357"/>
                    </a:cubicBezTo>
                    <a:lnTo>
                      <a:pt x="510308" y="115357"/>
                    </a:lnTo>
                    <a:lnTo>
                      <a:pt x="510308" y="115357"/>
                    </a:lnTo>
                    <a:cubicBezTo>
                      <a:pt x="510308" y="115357"/>
                      <a:pt x="510308" y="115357"/>
                      <a:pt x="510308" y="115357"/>
                    </a:cubicBezTo>
                    <a:cubicBezTo>
                      <a:pt x="510308" y="115357"/>
                      <a:pt x="510308" y="115357"/>
                      <a:pt x="510308" y="115357"/>
                    </a:cubicBezTo>
                    <a:lnTo>
                      <a:pt x="510308" y="115357"/>
                    </a:lnTo>
                    <a:lnTo>
                      <a:pt x="510308" y="115357"/>
                    </a:lnTo>
                    <a:cubicBezTo>
                      <a:pt x="723426" y="117312"/>
                      <a:pt x="897439" y="287415"/>
                      <a:pt x="901349" y="502488"/>
                    </a:cubicBezTo>
                    <a:lnTo>
                      <a:pt x="901349" y="518129"/>
                    </a:lnTo>
                    <a:close/>
                  </a:path>
                </a:pathLst>
              </a:custGeom>
              <a:solidFill>
                <a:schemeClr val="bg1"/>
              </a:solidFill>
              <a:ln w="173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841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5F7B399-B9B9-B94A-9D88-9841101471FF}"/>
              </a:ext>
            </a:extLst>
          </p:cNvPr>
          <p:cNvGrpSpPr>
            <a:grpSpLocks noChangeAspect="1"/>
          </p:cNvGrpSpPr>
          <p:nvPr/>
        </p:nvGrpSpPr>
        <p:grpSpPr>
          <a:xfrm>
            <a:off x="4485617" y="2166711"/>
            <a:ext cx="2845348" cy="2754731"/>
            <a:chOff x="4785162" y="2617280"/>
            <a:chExt cx="1994010" cy="193050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FFBD96A-BCEC-EA44-B9EC-B8CF9707F2D0}"/>
                </a:ext>
              </a:extLst>
            </p:cNvPr>
            <p:cNvSpPr/>
            <p:nvPr/>
          </p:nvSpPr>
          <p:spPr>
            <a:xfrm>
              <a:off x="4785162" y="2617280"/>
              <a:ext cx="1994010" cy="193050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D3FFA00-72CB-8D4C-9C42-D43F89569D2B}"/>
                </a:ext>
              </a:extLst>
            </p:cNvPr>
            <p:cNvGrpSpPr/>
            <p:nvPr/>
          </p:nvGrpSpPr>
          <p:grpSpPr>
            <a:xfrm>
              <a:off x="4945269" y="2741853"/>
              <a:ext cx="1673797" cy="1673800"/>
              <a:chOff x="3394995" y="4566674"/>
              <a:chExt cx="1673797" cy="1673800"/>
            </a:xfrm>
          </p:grpSpPr>
          <p:pic>
            <p:nvPicPr>
              <p:cNvPr id="52" name="Graphic 51" descr="Yin And Yang with solid fill">
                <a:extLst>
                  <a:ext uri="{FF2B5EF4-FFF2-40B4-BE49-F238E27FC236}">
                    <a16:creationId xmlns:a16="http://schemas.microsoft.com/office/drawing/2014/main" id="{0A0D69C3-5566-954A-ACA7-05CC13DC2F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730660" y="4627718"/>
                <a:ext cx="1014669" cy="1014669"/>
              </a:xfrm>
              <a:prstGeom prst="rect">
                <a:avLst/>
              </a:prstGeom>
            </p:spPr>
          </p:pic>
          <p:grpSp>
            <p:nvGrpSpPr>
              <p:cNvPr id="53" name="Graphic 42" descr="Lightbulb with solid fill">
                <a:extLst>
                  <a:ext uri="{FF2B5EF4-FFF2-40B4-BE49-F238E27FC236}">
                    <a16:creationId xmlns:a16="http://schemas.microsoft.com/office/drawing/2014/main" id="{50B30121-4111-C74D-A916-5CA498919F1D}"/>
                  </a:ext>
                </a:extLst>
              </p:cNvPr>
              <p:cNvGrpSpPr/>
              <p:nvPr/>
            </p:nvGrpSpPr>
            <p:grpSpPr>
              <a:xfrm>
                <a:off x="3394995" y="4566674"/>
                <a:ext cx="1673797" cy="1673800"/>
                <a:chOff x="6638354" y="1255142"/>
                <a:chExt cx="1876996" cy="1876996"/>
              </a:xfrm>
            </p:grpSpPr>
            <p:sp>
              <p:nvSpPr>
                <p:cNvPr id="55" name="Freeform 54">
                  <a:extLst>
                    <a:ext uri="{FF2B5EF4-FFF2-40B4-BE49-F238E27FC236}">
                      <a16:creationId xmlns:a16="http://schemas.microsoft.com/office/drawing/2014/main" id="{78203CFA-BB8C-7D42-8DBB-D9BAAA22DC9E}"/>
                    </a:ext>
                  </a:extLst>
                </p:cNvPr>
                <p:cNvSpPr/>
                <p:nvPr/>
              </p:nvSpPr>
              <p:spPr>
                <a:xfrm>
                  <a:off x="7322675" y="2506472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" name="Freeform 55">
                  <a:extLst>
                    <a:ext uri="{FF2B5EF4-FFF2-40B4-BE49-F238E27FC236}">
                      <a16:creationId xmlns:a16="http://schemas.microsoft.com/office/drawing/2014/main" id="{F98A42F4-AC15-AD4B-98B4-3440BF039AB6}"/>
                    </a:ext>
                  </a:extLst>
                </p:cNvPr>
                <p:cNvSpPr/>
                <p:nvPr/>
              </p:nvSpPr>
              <p:spPr>
                <a:xfrm>
                  <a:off x="7322675" y="2701993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7DDC1F23-0DE1-7E41-83C8-CFBDAE46E845}"/>
                    </a:ext>
                  </a:extLst>
                </p:cNvPr>
                <p:cNvSpPr/>
                <p:nvPr/>
              </p:nvSpPr>
              <p:spPr>
                <a:xfrm>
                  <a:off x="7449763" y="2897513"/>
                  <a:ext cx="254176" cy="117312"/>
                </a:xfrm>
                <a:custGeom>
                  <a:avLst/>
                  <a:gdLst>
                    <a:gd name="connsiteX0" fmla="*/ 0 w 254176"/>
                    <a:gd name="connsiteY0" fmla="*/ 0 h 117312"/>
                    <a:gd name="connsiteX1" fmla="*/ 127088 w 254176"/>
                    <a:gd name="connsiteY1" fmla="*/ 117312 h 117312"/>
                    <a:gd name="connsiteX2" fmla="*/ 254177 w 254176"/>
                    <a:gd name="connsiteY2" fmla="*/ 0 h 117312"/>
                    <a:gd name="connsiteX3" fmla="*/ 0 w 254176"/>
                    <a:gd name="connsiteY3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4176" h="117312">
                      <a:moveTo>
                        <a:pt x="0" y="0"/>
                      </a:moveTo>
                      <a:cubicBezTo>
                        <a:pt x="5866" y="66477"/>
                        <a:pt x="60611" y="117312"/>
                        <a:pt x="127088" y="117312"/>
                      </a:cubicBezTo>
                      <a:cubicBezTo>
                        <a:pt x="193565" y="117312"/>
                        <a:pt x="248311" y="66477"/>
                        <a:pt x="25417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" name="Freeform 57">
                  <a:extLst>
                    <a:ext uri="{FF2B5EF4-FFF2-40B4-BE49-F238E27FC236}">
                      <a16:creationId xmlns:a16="http://schemas.microsoft.com/office/drawing/2014/main" id="{22779128-F91C-A248-8BC3-BFA534C650AC}"/>
                    </a:ext>
                  </a:extLst>
                </p:cNvPr>
                <p:cNvSpPr/>
                <p:nvPr/>
              </p:nvSpPr>
              <p:spPr>
                <a:xfrm>
                  <a:off x="7068498" y="1372454"/>
                  <a:ext cx="1016706" cy="1055810"/>
                </a:xfrm>
                <a:custGeom>
                  <a:avLst/>
                  <a:gdLst>
                    <a:gd name="connsiteX0" fmla="*/ 508353 w 1016706"/>
                    <a:gd name="connsiteY0" fmla="*/ 0 h 1055810"/>
                    <a:gd name="connsiteX1" fmla="*/ 508353 w 1016706"/>
                    <a:gd name="connsiteY1" fmla="*/ 0 h 1055810"/>
                    <a:gd name="connsiteX2" fmla="*/ 508353 w 1016706"/>
                    <a:gd name="connsiteY2" fmla="*/ 0 h 1055810"/>
                    <a:gd name="connsiteX3" fmla="*/ 0 w 1016706"/>
                    <a:gd name="connsiteY3" fmla="*/ 502488 h 1055810"/>
                    <a:gd name="connsiteX4" fmla="*/ 0 w 1016706"/>
                    <a:gd name="connsiteY4" fmla="*/ 520084 h 1055810"/>
                    <a:gd name="connsiteX5" fmla="*/ 35194 w 1016706"/>
                    <a:gd name="connsiteY5" fmla="*/ 696053 h 1055810"/>
                    <a:gd name="connsiteX6" fmla="*/ 123178 w 1016706"/>
                    <a:gd name="connsiteY6" fmla="*/ 840738 h 1055810"/>
                    <a:gd name="connsiteX7" fmla="*/ 242445 w 1016706"/>
                    <a:gd name="connsiteY7" fmla="*/ 1034303 h 1055810"/>
                    <a:gd name="connsiteX8" fmla="*/ 277639 w 1016706"/>
                    <a:gd name="connsiteY8" fmla="*/ 1055810 h 1055810"/>
                    <a:gd name="connsiteX9" fmla="*/ 739067 w 1016706"/>
                    <a:gd name="connsiteY9" fmla="*/ 1055810 h 1055810"/>
                    <a:gd name="connsiteX10" fmla="*/ 774261 w 1016706"/>
                    <a:gd name="connsiteY10" fmla="*/ 1034303 h 1055810"/>
                    <a:gd name="connsiteX11" fmla="*/ 893528 w 1016706"/>
                    <a:gd name="connsiteY11" fmla="*/ 840738 h 1055810"/>
                    <a:gd name="connsiteX12" fmla="*/ 981512 w 1016706"/>
                    <a:gd name="connsiteY12" fmla="*/ 696053 h 1055810"/>
                    <a:gd name="connsiteX13" fmla="*/ 1016706 w 1016706"/>
                    <a:gd name="connsiteY13" fmla="*/ 520084 h 1055810"/>
                    <a:gd name="connsiteX14" fmla="*/ 1016706 w 1016706"/>
                    <a:gd name="connsiteY14" fmla="*/ 502488 h 1055810"/>
                    <a:gd name="connsiteX15" fmla="*/ 508353 w 1016706"/>
                    <a:gd name="connsiteY15" fmla="*/ 0 h 1055810"/>
                    <a:gd name="connsiteX16" fmla="*/ 899394 w 1016706"/>
                    <a:gd name="connsiteY16" fmla="*/ 518129 h 1055810"/>
                    <a:gd name="connsiteX17" fmla="*/ 872021 w 1016706"/>
                    <a:gd name="connsiteY17" fmla="*/ 654993 h 1055810"/>
                    <a:gd name="connsiteX18" fmla="*/ 805544 w 1016706"/>
                    <a:gd name="connsiteY18" fmla="*/ 762530 h 1055810"/>
                    <a:gd name="connsiteX19" fmla="*/ 692142 w 1016706"/>
                    <a:gd name="connsiteY19" fmla="*/ 938498 h 1055810"/>
                    <a:gd name="connsiteX20" fmla="*/ 508353 w 1016706"/>
                    <a:gd name="connsiteY20" fmla="*/ 938498 h 1055810"/>
                    <a:gd name="connsiteX21" fmla="*/ 326519 w 1016706"/>
                    <a:gd name="connsiteY21" fmla="*/ 938498 h 1055810"/>
                    <a:gd name="connsiteX22" fmla="*/ 213117 w 1016706"/>
                    <a:gd name="connsiteY22" fmla="*/ 762530 h 1055810"/>
                    <a:gd name="connsiteX23" fmla="*/ 146640 w 1016706"/>
                    <a:gd name="connsiteY23" fmla="*/ 654993 h 1055810"/>
                    <a:gd name="connsiteX24" fmla="*/ 119267 w 1016706"/>
                    <a:gd name="connsiteY24" fmla="*/ 518129 h 1055810"/>
                    <a:gd name="connsiteX25" fmla="*/ 119267 w 1016706"/>
                    <a:gd name="connsiteY25" fmla="*/ 502488 h 1055810"/>
                    <a:gd name="connsiteX26" fmla="*/ 510308 w 1016706"/>
                    <a:gd name="connsiteY26" fmla="*/ 115357 h 1055810"/>
                    <a:gd name="connsiteX27" fmla="*/ 510308 w 1016706"/>
                    <a:gd name="connsiteY27" fmla="*/ 115357 h 1055810"/>
                    <a:gd name="connsiteX28" fmla="*/ 510308 w 1016706"/>
                    <a:gd name="connsiteY28" fmla="*/ 115357 h 1055810"/>
                    <a:gd name="connsiteX29" fmla="*/ 510308 w 1016706"/>
                    <a:gd name="connsiteY29" fmla="*/ 115357 h 1055810"/>
                    <a:gd name="connsiteX30" fmla="*/ 510308 w 1016706"/>
                    <a:gd name="connsiteY30" fmla="*/ 115357 h 1055810"/>
                    <a:gd name="connsiteX31" fmla="*/ 510308 w 1016706"/>
                    <a:gd name="connsiteY31" fmla="*/ 115357 h 1055810"/>
                    <a:gd name="connsiteX32" fmla="*/ 510308 w 1016706"/>
                    <a:gd name="connsiteY32" fmla="*/ 115357 h 1055810"/>
                    <a:gd name="connsiteX33" fmla="*/ 901349 w 1016706"/>
                    <a:gd name="connsiteY33" fmla="*/ 502488 h 1055810"/>
                    <a:gd name="connsiteX34" fmla="*/ 901349 w 1016706"/>
                    <a:gd name="connsiteY34" fmla="*/ 518129 h 105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16706" h="1055810">
                      <a:moveTo>
                        <a:pt x="508353" y="0"/>
                      </a:move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230714" y="1955"/>
                        <a:pt x="5866" y="224848"/>
                        <a:pt x="0" y="502488"/>
                      </a:cubicBezTo>
                      <a:lnTo>
                        <a:pt x="0" y="520084"/>
                      </a:lnTo>
                      <a:cubicBezTo>
                        <a:pt x="1955" y="580696"/>
                        <a:pt x="13686" y="639352"/>
                        <a:pt x="35194" y="696053"/>
                      </a:cubicBezTo>
                      <a:cubicBezTo>
                        <a:pt x="56701" y="748843"/>
                        <a:pt x="86029" y="797723"/>
                        <a:pt x="123178" y="840738"/>
                      </a:cubicBezTo>
                      <a:cubicBezTo>
                        <a:pt x="170103" y="891573"/>
                        <a:pt x="220938" y="991289"/>
                        <a:pt x="242445" y="1034303"/>
                      </a:cubicBezTo>
                      <a:cubicBezTo>
                        <a:pt x="248311" y="1047989"/>
                        <a:pt x="261997" y="1055810"/>
                        <a:pt x="277639" y="1055810"/>
                      </a:cubicBezTo>
                      <a:lnTo>
                        <a:pt x="739067" y="1055810"/>
                      </a:lnTo>
                      <a:cubicBezTo>
                        <a:pt x="754709" y="1055810"/>
                        <a:pt x="768395" y="1047989"/>
                        <a:pt x="774261" y="1034303"/>
                      </a:cubicBezTo>
                      <a:cubicBezTo>
                        <a:pt x="795768" y="991289"/>
                        <a:pt x="846603" y="891573"/>
                        <a:pt x="893528" y="840738"/>
                      </a:cubicBezTo>
                      <a:cubicBezTo>
                        <a:pt x="930677" y="797723"/>
                        <a:pt x="961960" y="748843"/>
                        <a:pt x="981512" y="696053"/>
                      </a:cubicBezTo>
                      <a:cubicBezTo>
                        <a:pt x="1003020" y="639352"/>
                        <a:pt x="1014751" y="580696"/>
                        <a:pt x="1016706" y="520084"/>
                      </a:cubicBezTo>
                      <a:lnTo>
                        <a:pt x="1016706" y="502488"/>
                      </a:lnTo>
                      <a:cubicBezTo>
                        <a:pt x="1010841" y="224848"/>
                        <a:pt x="785992" y="1955"/>
                        <a:pt x="508353" y="0"/>
                      </a:cubicBezTo>
                      <a:close/>
                      <a:moveTo>
                        <a:pt x="899394" y="518129"/>
                      </a:moveTo>
                      <a:cubicBezTo>
                        <a:pt x="897439" y="565054"/>
                        <a:pt x="887663" y="611979"/>
                        <a:pt x="872021" y="654993"/>
                      </a:cubicBezTo>
                      <a:cubicBezTo>
                        <a:pt x="856380" y="694098"/>
                        <a:pt x="834872" y="731246"/>
                        <a:pt x="805544" y="762530"/>
                      </a:cubicBezTo>
                      <a:cubicBezTo>
                        <a:pt x="760574" y="817275"/>
                        <a:pt x="721470" y="875931"/>
                        <a:pt x="692142" y="938498"/>
                      </a:cubicBezTo>
                      <a:lnTo>
                        <a:pt x="508353" y="938498"/>
                      </a:lnTo>
                      <a:lnTo>
                        <a:pt x="326519" y="938498"/>
                      </a:lnTo>
                      <a:cubicBezTo>
                        <a:pt x="295236" y="875931"/>
                        <a:pt x="256132" y="817275"/>
                        <a:pt x="213117" y="762530"/>
                      </a:cubicBezTo>
                      <a:cubicBezTo>
                        <a:pt x="185744" y="731246"/>
                        <a:pt x="162282" y="694098"/>
                        <a:pt x="146640" y="654993"/>
                      </a:cubicBezTo>
                      <a:cubicBezTo>
                        <a:pt x="129043" y="611979"/>
                        <a:pt x="121223" y="565054"/>
                        <a:pt x="119267" y="518129"/>
                      </a:cubicBezTo>
                      <a:lnTo>
                        <a:pt x="119267" y="502488"/>
                      </a:lnTo>
                      <a:cubicBezTo>
                        <a:pt x="123178" y="289370"/>
                        <a:pt x="297191" y="117312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510308" y="115357"/>
                        <a:pt x="510308" y="115357"/>
                        <a:pt x="510308" y="115357"/>
                      </a:cubicBezTo>
                      <a:cubicBezTo>
                        <a:pt x="510308" y="115357"/>
                        <a:pt x="510308" y="115357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723426" y="117312"/>
                        <a:pt x="897439" y="287415"/>
                        <a:pt x="901349" y="502488"/>
                      </a:cubicBezTo>
                      <a:lnTo>
                        <a:pt x="901349" y="51812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BA1B3642-12F5-A44B-B517-8B157E580C4E}"/>
              </a:ext>
            </a:extLst>
          </p:cNvPr>
          <p:cNvSpPr/>
          <p:nvPr/>
        </p:nvSpPr>
        <p:spPr>
          <a:xfrm>
            <a:off x="6957570" y="1702676"/>
            <a:ext cx="373395" cy="29954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Tick with solid fill">
            <a:extLst>
              <a:ext uri="{FF2B5EF4-FFF2-40B4-BE49-F238E27FC236}">
                <a16:creationId xmlns:a16="http://schemas.microsoft.com/office/drawing/2014/main" id="{66D0D247-5D05-374F-A097-FA17017164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3415" y="3290661"/>
            <a:ext cx="231603" cy="21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309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3858705" y="2357192"/>
            <a:ext cx="94395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latin typeface="STCaiyun" panose="020B0400000000000000" pitchFamily="34" charset="-122"/>
                <a:ea typeface="STCaiyun" panose="020B0400000000000000" pitchFamily="34" charset="-122"/>
                <a:cs typeface="Snap ITC" panose="020F0502020204030204" pitchFamily="34" charset="0"/>
              </a:rPr>
              <a:t>TodoCatalyst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8C8A1A3-55C0-A64D-A48C-346AAF599C51}"/>
              </a:ext>
            </a:extLst>
          </p:cNvPr>
          <p:cNvGrpSpPr/>
          <p:nvPr/>
        </p:nvGrpSpPr>
        <p:grpSpPr>
          <a:xfrm>
            <a:off x="2361326" y="2505099"/>
            <a:ext cx="1673797" cy="1673800"/>
            <a:chOff x="7085726" y="3093503"/>
            <a:chExt cx="1673797" cy="16738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7B5A911-4C23-1F44-BFCE-03B5F5EDE3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085726" y="3093503"/>
              <a:ext cx="1673797" cy="1673800"/>
              <a:chOff x="6638354" y="1255142"/>
              <a:chExt cx="1876996" cy="1876996"/>
            </a:xfrm>
          </p:grpSpPr>
          <p:pic>
            <p:nvPicPr>
              <p:cNvPr id="44" name="Graphic 43" descr="Tick with solid fill">
                <a:extLst>
                  <a:ext uri="{FF2B5EF4-FFF2-40B4-BE49-F238E27FC236}">
                    <a16:creationId xmlns:a16="http://schemas.microsoft.com/office/drawing/2014/main" id="{88818A40-B131-674A-A821-CE097FEAAE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187769" y="1286790"/>
                <a:ext cx="1060797" cy="998329"/>
              </a:xfrm>
              <a:prstGeom prst="rect">
                <a:avLst/>
              </a:prstGeom>
            </p:spPr>
          </p:pic>
          <p:grpSp>
            <p:nvGrpSpPr>
              <p:cNvPr id="3" name="Graphic 42" descr="Lightbulb with solid fill">
                <a:extLst>
                  <a:ext uri="{FF2B5EF4-FFF2-40B4-BE49-F238E27FC236}">
                    <a16:creationId xmlns:a16="http://schemas.microsoft.com/office/drawing/2014/main" id="{3AF3F987-50BA-C84E-AB32-938199C43292}"/>
                  </a:ext>
                </a:extLst>
              </p:cNvPr>
              <p:cNvGrpSpPr/>
              <p:nvPr/>
            </p:nvGrpSpPr>
            <p:grpSpPr>
              <a:xfrm>
                <a:off x="6638354" y="1255142"/>
                <a:ext cx="1876996" cy="1876996"/>
                <a:chOff x="6638354" y="1255142"/>
                <a:chExt cx="1876996" cy="1876996"/>
              </a:xfrm>
            </p:grpSpPr>
            <p:sp>
              <p:nvSpPr>
                <p:cNvPr id="5" name="Freeform 4">
                  <a:extLst>
                    <a:ext uri="{FF2B5EF4-FFF2-40B4-BE49-F238E27FC236}">
                      <a16:creationId xmlns:a16="http://schemas.microsoft.com/office/drawing/2014/main" id="{7F615634-3D70-2A48-A3E2-35BC5B33D2A2}"/>
                    </a:ext>
                  </a:extLst>
                </p:cNvPr>
                <p:cNvSpPr/>
                <p:nvPr/>
              </p:nvSpPr>
              <p:spPr>
                <a:xfrm>
                  <a:off x="7322675" y="2506472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" name="Freeform 6">
                  <a:extLst>
                    <a:ext uri="{FF2B5EF4-FFF2-40B4-BE49-F238E27FC236}">
                      <a16:creationId xmlns:a16="http://schemas.microsoft.com/office/drawing/2014/main" id="{1B66DC23-B6A7-E049-B0F4-CD22D3DE7E80}"/>
                    </a:ext>
                  </a:extLst>
                </p:cNvPr>
                <p:cNvSpPr/>
                <p:nvPr/>
              </p:nvSpPr>
              <p:spPr>
                <a:xfrm>
                  <a:off x="7322675" y="2701993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54A3E7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" name="Freeform 7">
                  <a:extLst>
                    <a:ext uri="{FF2B5EF4-FFF2-40B4-BE49-F238E27FC236}">
                      <a16:creationId xmlns:a16="http://schemas.microsoft.com/office/drawing/2014/main" id="{F7CAE467-38B7-FE45-84FA-B3FF76EEC9A2}"/>
                    </a:ext>
                  </a:extLst>
                </p:cNvPr>
                <p:cNvSpPr/>
                <p:nvPr/>
              </p:nvSpPr>
              <p:spPr>
                <a:xfrm>
                  <a:off x="7449763" y="2897513"/>
                  <a:ext cx="254176" cy="117312"/>
                </a:xfrm>
                <a:custGeom>
                  <a:avLst/>
                  <a:gdLst>
                    <a:gd name="connsiteX0" fmla="*/ 0 w 254176"/>
                    <a:gd name="connsiteY0" fmla="*/ 0 h 117312"/>
                    <a:gd name="connsiteX1" fmla="*/ 127088 w 254176"/>
                    <a:gd name="connsiteY1" fmla="*/ 117312 h 117312"/>
                    <a:gd name="connsiteX2" fmla="*/ 254177 w 254176"/>
                    <a:gd name="connsiteY2" fmla="*/ 0 h 117312"/>
                    <a:gd name="connsiteX3" fmla="*/ 0 w 254176"/>
                    <a:gd name="connsiteY3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4176" h="117312">
                      <a:moveTo>
                        <a:pt x="0" y="0"/>
                      </a:moveTo>
                      <a:cubicBezTo>
                        <a:pt x="5866" y="66477"/>
                        <a:pt x="60611" y="117312"/>
                        <a:pt x="127088" y="117312"/>
                      </a:cubicBezTo>
                      <a:cubicBezTo>
                        <a:pt x="193565" y="117312"/>
                        <a:pt x="248311" y="66477"/>
                        <a:pt x="25417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 12">
                  <a:extLst>
                    <a:ext uri="{FF2B5EF4-FFF2-40B4-BE49-F238E27FC236}">
                      <a16:creationId xmlns:a16="http://schemas.microsoft.com/office/drawing/2014/main" id="{B613282B-EF32-3F41-A5C0-03F57A41E3D4}"/>
                    </a:ext>
                  </a:extLst>
                </p:cNvPr>
                <p:cNvSpPr/>
                <p:nvPr/>
              </p:nvSpPr>
              <p:spPr>
                <a:xfrm>
                  <a:off x="7068498" y="1372454"/>
                  <a:ext cx="1016706" cy="1055810"/>
                </a:xfrm>
                <a:custGeom>
                  <a:avLst/>
                  <a:gdLst>
                    <a:gd name="connsiteX0" fmla="*/ 508353 w 1016706"/>
                    <a:gd name="connsiteY0" fmla="*/ 0 h 1055810"/>
                    <a:gd name="connsiteX1" fmla="*/ 508353 w 1016706"/>
                    <a:gd name="connsiteY1" fmla="*/ 0 h 1055810"/>
                    <a:gd name="connsiteX2" fmla="*/ 508353 w 1016706"/>
                    <a:gd name="connsiteY2" fmla="*/ 0 h 1055810"/>
                    <a:gd name="connsiteX3" fmla="*/ 0 w 1016706"/>
                    <a:gd name="connsiteY3" fmla="*/ 502488 h 1055810"/>
                    <a:gd name="connsiteX4" fmla="*/ 0 w 1016706"/>
                    <a:gd name="connsiteY4" fmla="*/ 520084 h 1055810"/>
                    <a:gd name="connsiteX5" fmla="*/ 35194 w 1016706"/>
                    <a:gd name="connsiteY5" fmla="*/ 696053 h 1055810"/>
                    <a:gd name="connsiteX6" fmla="*/ 123178 w 1016706"/>
                    <a:gd name="connsiteY6" fmla="*/ 840738 h 1055810"/>
                    <a:gd name="connsiteX7" fmla="*/ 242445 w 1016706"/>
                    <a:gd name="connsiteY7" fmla="*/ 1034303 h 1055810"/>
                    <a:gd name="connsiteX8" fmla="*/ 277639 w 1016706"/>
                    <a:gd name="connsiteY8" fmla="*/ 1055810 h 1055810"/>
                    <a:gd name="connsiteX9" fmla="*/ 739067 w 1016706"/>
                    <a:gd name="connsiteY9" fmla="*/ 1055810 h 1055810"/>
                    <a:gd name="connsiteX10" fmla="*/ 774261 w 1016706"/>
                    <a:gd name="connsiteY10" fmla="*/ 1034303 h 1055810"/>
                    <a:gd name="connsiteX11" fmla="*/ 893528 w 1016706"/>
                    <a:gd name="connsiteY11" fmla="*/ 840738 h 1055810"/>
                    <a:gd name="connsiteX12" fmla="*/ 981512 w 1016706"/>
                    <a:gd name="connsiteY12" fmla="*/ 696053 h 1055810"/>
                    <a:gd name="connsiteX13" fmla="*/ 1016706 w 1016706"/>
                    <a:gd name="connsiteY13" fmla="*/ 520084 h 1055810"/>
                    <a:gd name="connsiteX14" fmla="*/ 1016706 w 1016706"/>
                    <a:gd name="connsiteY14" fmla="*/ 502488 h 1055810"/>
                    <a:gd name="connsiteX15" fmla="*/ 508353 w 1016706"/>
                    <a:gd name="connsiteY15" fmla="*/ 0 h 1055810"/>
                    <a:gd name="connsiteX16" fmla="*/ 899394 w 1016706"/>
                    <a:gd name="connsiteY16" fmla="*/ 518129 h 1055810"/>
                    <a:gd name="connsiteX17" fmla="*/ 872021 w 1016706"/>
                    <a:gd name="connsiteY17" fmla="*/ 654993 h 1055810"/>
                    <a:gd name="connsiteX18" fmla="*/ 805544 w 1016706"/>
                    <a:gd name="connsiteY18" fmla="*/ 762530 h 1055810"/>
                    <a:gd name="connsiteX19" fmla="*/ 692142 w 1016706"/>
                    <a:gd name="connsiteY19" fmla="*/ 938498 h 1055810"/>
                    <a:gd name="connsiteX20" fmla="*/ 508353 w 1016706"/>
                    <a:gd name="connsiteY20" fmla="*/ 938498 h 1055810"/>
                    <a:gd name="connsiteX21" fmla="*/ 326519 w 1016706"/>
                    <a:gd name="connsiteY21" fmla="*/ 938498 h 1055810"/>
                    <a:gd name="connsiteX22" fmla="*/ 213117 w 1016706"/>
                    <a:gd name="connsiteY22" fmla="*/ 762530 h 1055810"/>
                    <a:gd name="connsiteX23" fmla="*/ 146640 w 1016706"/>
                    <a:gd name="connsiteY23" fmla="*/ 654993 h 1055810"/>
                    <a:gd name="connsiteX24" fmla="*/ 119267 w 1016706"/>
                    <a:gd name="connsiteY24" fmla="*/ 518129 h 1055810"/>
                    <a:gd name="connsiteX25" fmla="*/ 119267 w 1016706"/>
                    <a:gd name="connsiteY25" fmla="*/ 502488 h 1055810"/>
                    <a:gd name="connsiteX26" fmla="*/ 510308 w 1016706"/>
                    <a:gd name="connsiteY26" fmla="*/ 115357 h 1055810"/>
                    <a:gd name="connsiteX27" fmla="*/ 510308 w 1016706"/>
                    <a:gd name="connsiteY27" fmla="*/ 115357 h 1055810"/>
                    <a:gd name="connsiteX28" fmla="*/ 510308 w 1016706"/>
                    <a:gd name="connsiteY28" fmla="*/ 115357 h 1055810"/>
                    <a:gd name="connsiteX29" fmla="*/ 510308 w 1016706"/>
                    <a:gd name="connsiteY29" fmla="*/ 115357 h 1055810"/>
                    <a:gd name="connsiteX30" fmla="*/ 510308 w 1016706"/>
                    <a:gd name="connsiteY30" fmla="*/ 115357 h 1055810"/>
                    <a:gd name="connsiteX31" fmla="*/ 510308 w 1016706"/>
                    <a:gd name="connsiteY31" fmla="*/ 115357 h 1055810"/>
                    <a:gd name="connsiteX32" fmla="*/ 510308 w 1016706"/>
                    <a:gd name="connsiteY32" fmla="*/ 115357 h 1055810"/>
                    <a:gd name="connsiteX33" fmla="*/ 901349 w 1016706"/>
                    <a:gd name="connsiteY33" fmla="*/ 502488 h 1055810"/>
                    <a:gd name="connsiteX34" fmla="*/ 901349 w 1016706"/>
                    <a:gd name="connsiteY34" fmla="*/ 518129 h 105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16706" h="1055810">
                      <a:moveTo>
                        <a:pt x="508353" y="0"/>
                      </a:move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230714" y="1955"/>
                        <a:pt x="5866" y="224848"/>
                        <a:pt x="0" y="502488"/>
                      </a:cubicBezTo>
                      <a:lnTo>
                        <a:pt x="0" y="520084"/>
                      </a:lnTo>
                      <a:cubicBezTo>
                        <a:pt x="1955" y="580696"/>
                        <a:pt x="13686" y="639352"/>
                        <a:pt x="35194" y="696053"/>
                      </a:cubicBezTo>
                      <a:cubicBezTo>
                        <a:pt x="56701" y="748843"/>
                        <a:pt x="86029" y="797723"/>
                        <a:pt x="123178" y="840738"/>
                      </a:cubicBezTo>
                      <a:cubicBezTo>
                        <a:pt x="170103" y="891573"/>
                        <a:pt x="220938" y="991289"/>
                        <a:pt x="242445" y="1034303"/>
                      </a:cubicBezTo>
                      <a:cubicBezTo>
                        <a:pt x="248311" y="1047989"/>
                        <a:pt x="261997" y="1055810"/>
                        <a:pt x="277639" y="1055810"/>
                      </a:cubicBezTo>
                      <a:lnTo>
                        <a:pt x="739067" y="1055810"/>
                      </a:lnTo>
                      <a:cubicBezTo>
                        <a:pt x="754709" y="1055810"/>
                        <a:pt x="768395" y="1047989"/>
                        <a:pt x="774261" y="1034303"/>
                      </a:cubicBezTo>
                      <a:cubicBezTo>
                        <a:pt x="795768" y="991289"/>
                        <a:pt x="846603" y="891573"/>
                        <a:pt x="893528" y="840738"/>
                      </a:cubicBezTo>
                      <a:cubicBezTo>
                        <a:pt x="930677" y="797723"/>
                        <a:pt x="961960" y="748843"/>
                        <a:pt x="981512" y="696053"/>
                      </a:cubicBezTo>
                      <a:cubicBezTo>
                        <a:pt x="1003020" y="639352"/>
                        <a:pt x="1014751" y="580696"/>
                        <a:pt x="1016706" y="520084"/>
                      </a:cubicBezTo>
                      <a:lnTo>
                        <a:pt x="1016706" y="502488"/>
                      </a:lnTo>
                      <a:cubicBezTo>
                        <a:pt x="1010841" y="224848"/>
                        <a:pt x="785992" y="1955"/>
                        <a:pt x="508353" y="0"/>
                      </a:cubicBezTo>
                      <a:close/>
                      <a:moveTo>
                        <a:pt x="899394" y="518129"/>
                      </a:moveTo>
                      <a:cubicBezTo>
                        <a:pt x="897439" y="565054"/>
                        <a:pt x="887663" y="611979"/>
                        <a:pt x="872021" y="654993"/>
                      </a:cubicBezTo>
                      <a:cubicBezTo>
                        <a:pt x="856380" y="694098"/>
                        <a:pt x="834872" y="731246"/>
                        <a:pt x="805544" y="762530"/>
                      </a:cubicBezTo>
                      <a:cubicBezTo>
                        <a:pt x="760574" y="817275"/>
                        <a:pt x="721470" y="875931"/>
                        <a:pt x="692142" y="938498"/>
                      </a:cubicBezTo>
                      <a:lnTo>
                        <a:pt x="508353" y="938498"/>
                      </a:lnTo>
                      <a:lnTo>
                        <a:pt x="326519" y="938498"/>
                      </a:lnTo>
                      <a:cubicBezTo>
                        <a:pt x="295236" y="875931"/>
                        <a:pt x="256132" y="817275"/>
                        <a:pt x="213117" y="762530"/>
                      </a:cubicBezTo>
                      <a:cubicBezTo>
                        <a:pt x="185744" y="731246"/>
                        <a:pt x="162282" y="694098"/>
                        <a:pt x="146640" y="654993"/>
                      </a:cubicBezTo>
                      <a:cubicBezTo>
                        <a:pt x="129043" y="611979"/>
                        <a:pt x="121223" y="565054"/>
                        <a:pt x="119267" y="518129"/>
                      </a:cubicBezTo>
                      <a:lnTo>
                        <a:pt x="119267" y="502488"/>
                      </a:lnTo>
                      <a:cubicBezTo>
                        <a:pt x="123178" y="289370"/>
                        <a:pt x="297191" y="117312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510308" y="115357"/>
                        <a:pt x="510308" y="115357"/>
                        <a:pt x="510308" y="115357"/>
                      </a:cubicBezTo>
                      <a:cubicBezTo>
                        <a:pt x="510308" y="115357"/>
                        <a:pt x="510308" y="115357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723426" y="117312"/>
                        <a:pt x="897439" y="287415"/>
                        <a:pt x="901349" y="502488"/>
                      </a:cubicBezTo>
                      <a:lnTo>
                        <a:pt x="901349" y="518129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" name="Arc 1">
              <a:extLst>
                <a:ext uri="{FF2B5EF4-FFF2-40B4-BE49-F238E27FC236}">
                  <a16:creationId xmlns:a16="http://schemas.microsoft.com/office/drawing/2014/main" id="{7650DD4A-14A5-6F4B-9357-84FDB82F23FC}"/>
                </a:ext>
              </a:extLst>
            </p:cNvPr>
            <p:cNvSpPr/>
            <p:nvPr/>
          </p:nvSpPr>
          <p:spPr>
            <a:xfrm rot="2788187">
              <a:off x="7961612" y="3321493"/>
              <a:ext cx="501073" cy="248762"/>
            </a:xfrm>
            <a:prstGeom prst="arc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8BB6A5F4-D215-1C40-BBE8-DE44ACD1B092}"/>
                </a:ext>
              </a:extLst>
            </p:cNvPr>
            <p:cNvSpPr/>
            <p:nvPr/>
          </p:nvSpPr>
          <p:spPr>
            <a:xfrm rot="17464401">
              <a:off x="7469789" y="3527519"/>
              <a:ext cx="501073" cy="248762"/>
            </a:xfrm>
            <a:prstGeom prst="arc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Graphic 5" descr="Yin And Yang outline">
            <a:extLst>
              <a:ext uri="{FF2B5EF4-FFF2-40B4-BE49-F238E27FC236}">
                <a16:creationId xmlns:a16="http://schemas.microsoft.com/office/drawing/2014/main" id="{6B9E3179-7EBD-464F-8D3A-EF419F1392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3763" y="2533321"/>
            <a:ext cx="914400" cy="9144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A71DA173-9367-C842-A806-0FC036B5B776}"/>
              </a:ext>
            </a:extLst>
          </p:cNvPr>
          <p:cNvGrpSpPr/>
          <p:nvPr/>
        </p:nvGrpSpPr>
        <p:grpSpPr>
          <a:xfrm>
            <a:off x="3394995" y="4566674"/>
            <a:ext cx="1673797" cy="1673800"/>
            <a:chOff x="3394995" y="4566674"/>
            <a:chExt cx="1673797" cy="167380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A8231B3-7CAB-8045-A744-B1264D84FD14}"/>
                </a:ext>
              </a:extLst>
            </p:cNvPr>
            <p:cNvGrpSpPr/>
            <p:nvPr/>
          </p:nvGrpSpPr>
          <p:grpSpPr>
            <a:xfrm>
              <a:off x="3394995" y="4566674"/>
              <a:ext cx="1673797" cy="1673800"/>
              <a:chOff x="7085726" y="3093503"/>
              <a:chExt cx="1673797" cy="1673800"/>
            </a:xfrm>
          </p:grpSpPr>
          <p:grpSp>
            <p:nvGrpSpPr>
              <p:cNvPr id="22" name="Graphic 42" descr="Lightbulb with solid fill">
                <a:extLst>
                  <a:ext uri="{FF2B5EF4-FFF2-40B4-BE49-F238E27FC236}">
                    <a16:creationId xmlns:a16="http://schemas.microsoft.com/office/drawing/2014/main" id="{7CDCC95C-728E-0345-B1F3-5CA79EF318C9}"/>
                  </a:ext>
                </a:extLst>
              </p:cNvPr>
              <p:cNvGrpSpPr/>
              <p:nvPr/>
            </p:nvGrpSpPr>
            <p:grpSpPr>
              <a:xfrm>
                <a:off x="7085726" y="3093503"/>
                <a:ext cx="1673797" cy="1673800"/>
                <a:chOff x="6638354" y="1255142"/>
                <a:chExt cx="1876996" cy="1876996"/>
              </a:xfrm>
            </p:grpSpPr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4D6A0E03-4A5A-2042-A6E9-17CD25895D6B}"/>
                    </a:ext>
                  </a:extLst>
                </p:cNvPr>
                <p:cNvSpPr/>
                <p:nvPr/>
              </p:nvSpPr>
              <p:spPr>
                <a:xfrm>
                  <a:off x="7322675" y="2506472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3E7F6435-A185-AE44-87D6-429A09C7BF27}"/>
                    </a:ext>
                  </a:extLst>
                </p:cNvPr>
                <p:cNvSpPr/>
                <p:nvPr/>
              </p:nvSpPr>
              <p:spPr>
                <a:xfrm>
                  <a:off x="7322675" y="2701993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54A3E7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EB261B02-E15E-BB47-B192-F340C12E2AAC}"/>
                    </a:ext>
                  </a:extLst>
                </p:cNvPr>
                <p:cNvSpPr/>
                <p:nvPr/>
              </p:nvSpPr>
              <p:spPr>
                <a:xfrm>
                  <a:off x="7449763" y="2897513"/>
                  <a:ext cx="254176" cy="117312"/>
                </a:xfrm>
                <a:custGeom>
                  <a:avLst/>
                  <a:gdLst>
                    <a:gd name="connsiteX0" fmla="*/ 0 w 254176"/>
                    <a:gd name="connsiteY0" fmla="*/ 0 h 117312"/>
                    <a:gd name="connsiteX1" fmla="*/ 127088 w 254176"/>
                    <a:gd name="connsiteY1" fmla="*/ 117312 h 117312"/>
                    <a:gd name="connsiteX2" fmla="*/ 254177 w 254176"/>
                    <a:gd name="connsiteY2" fmla="*/ 0 h 117312"/>
                    <a:gd name="connsiteX3" fmla="*/ 0 w 254176"/>
                    <a:gd name="connsiteY3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4176" h="117312">
                      <a:moveTo>
                        <a:pt x="0" y="0"/>
                      </a:moveTo>
                      <a:cubicBezTo>
                        <a:pt x="5866" y="66477"/>
                        <a:pt x="60611" y="117312"/>
                        <a:pt x="127088" y="117312"/>
                      </a:cubicBezTo>
                      <a:cubicBezTo>
                        <a:pt x="193565" y="117312"/>
                        <a:pt x="248311" y="66477"/>
                        <a:pt x="25417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AF8F5C67-AAEE-BE41-9557-6EB2C6F84083}"/>
                    </a:ext>
                  </a:extLst>
                </p:cNvPr>
                <p:cNvSpPr/>
                <p:nvPr/>
              </p:nvSpPr>
              <p:spPr>
                <a:xfrm>
                  <a:off x="7068498" y="1372454"/>
                  <a:ext cx="1016706" cy="1055810"/>
                </a:xfrm>
                <a:custGeom>
                  <a:avLst/>
                  <a:gdLst>
                    <a:gd name="connsiteX0" fmla="*/ 508353 w 1016706"/>
                    <a:gd name="connsiteY0" fmla="*/ 0 h 1055810"/>
                    <a:gd name="connsiteX1" fmla="*/ 508353 w 1016706"/>
                    <a:gd name="connsiteY1" fmla="*/ 0 h 1055810"/>
                    <a:gd name="connsiteX2" fmla="*/ 508353 w 1016706"/>
                    <a:gd name="connsiteY2" fmla="*/ 0 h 1055810"/>
                    <a:gd name="connsiteX3" fmla="*/ 0 w 1016706"/>
                    <a:gd name="connsiteY3" fmla="*/ 502488 h 1055810"/>
                    <a:gd name="connsiteX4" fmla="*/ 0 w 1016706"/>
                    <a:gd name="connsiteY4" fmla="*/ 520084 h 1055810"/>
                    <a:gd name="connsiteX5" fmla="*/ 35194 w 1016706"/>
                    <a:gd name="connsiteY5" fmla="*/ 696053 h 1055810"/>
                    <a:gd name="connsiteX6" fmla="*/ 123178 w 1016706"/>
                    <a:gd name="connsiteY6" fmla="*/ 840738 h 1055810"/>
                    <a:gd name="connsiteX7" fmla="*/ 242445 w 1016706"/>
                    <a:gd name="connsiteY7" fmla="*/ 1034303 h 1055810"/>
                    <a:gd name="connsiteX8" fmla="*/ 277639 w 1016706"/>
                    <a:gd name="connsiteY8" fmla="*/ 1055810 h 1055810"/>
                    <a:gd name="connsiteX9" fmla="*/ 739067 w 1016706"/>
                    <a:gd name="connsiteY9" fmla="*/ 1055810 h 1055810"/>
                    <a:gd name="connsiteX10" fmla="*/ 774261 w 1016706"/>
                    <a:gd name="connsiteY10" fmla="*/ 1034303 h 1055810"/>
                    <a:gd name="connsiteX11" fmla="*/ 893528 w 1016706"/>
                    <a:gd name="connsiteY11" fmla="*/ 840738 h 1055810"/>
                    <a:gd name="connsiteX12" fmla="*/ 981512 w 1016706"/>
                    <a:gd name="connsiteY12" fmla="*/ 696053 h 1055810"/>
                    <a:gd name="connsiteX13" fmla="*/ 1016706 w 1016706"/>
                    <a:gd name="connsiteY13" fmla="*/ 520084 h 1055810"/>
                    <a:gd name="connsiteX14" fmla="*/ 1016706 w 1016706"/>
                    <a:gd name="connsiteY14" fmla="*/ 502488 h 1055810"/>
                    <a:gd name="connsiteX15" fmla="*/ 508353 w 1016706"/>
                    <a:gd name="connsiteY15" fmla="*/ 0 h 1055810"/>
                    <a:gd name="connsiteX16" fmla="*/ 899394 w 1016706"/>
                    <a:gd name="connsiteY16" fmla="*/ 518129 h 1055810"/>
                    <a:gd name="connsiteX17" fmla="*/ 872021 w 1016706"/>
                    <a:gd name="connsiteY17" fmla="*/ 654993 h 1055810"/>
                    <a:gd name="connsiteX18" fmla="*/ 805544 w 1016706"/>
                    <a:gd name="connsiteY18" fmla="*/ 762530 h 1055810"/>
                    <a:gd name="connsiteX19" fmla="*/ 692142 w 1016706"/>
                    <a:gd name="connsiteY19" fmla="*/ 938498 h 1055810"/>
                    <a:gd name="connsiteX20" fmla="*/ 508353 w 1016706"/>
                    <a:gd name="connsiteY20" fmla="*/ 938498 h 1055810"/>
                    <a:gd name="connsiteX21" fmla="*/ 326519 w 1016706"/>
                    <a:gd name="connsiteY21" fmla="*/ 938498 h 1055810"/>
                    <a:gd name="connsiteX22" fmla="*/ 213117 w 1016706"/>
                    <a:gd name="connsiteY22" fmla="*/ 762530 h 1055810"/>
                    <a:gd name="connsiteX23" fmla="*/ 146640 w 1016706"/>
                    <a:gd name="connsiteY23" fmla="*/ 654993 h 1055810"/>
                    <a:gd name="connsiteX24" fmla="*/ 119267 w 1016706"/>
                    <a:gd name="connsiteY24" fmla="*/ 518129 h 1055810"/>
                    <a:gd name="connsiteX25" fmla="*/ 119267 w 1016706"/>
                    <a:gd name="connsiteY25" fmla="*/ 502488 h 1055810"/>
                    <a:gd name="connsiteX26" fmla="*/ 510308 w 1016706"/>
                    <a:gd name="connsiteY26" fmla="*/ 115357 h 1055810"/>
                    <a:gd name="connsiteX27" fmla="*/ 510308 w 1016706"/>
                    <a:gd name="connsiteY27" fmla="*/ 115357 h 1055810"/>
                    <a:gd name="connsiteX28" fmla="*/ 510308 w 1016706"/>
                    <a:gd name="connsiteY28" fmla="*/ 115357 h 1055810"/>
                    <a:gd name="connsiteX29" fmla="*/ 510308 w 1016706"/>
                    <a:gd name="connsiteY29" fmla="*/ 115357 h 1055810"/>
                    <a:gd name="connsiteX30" fmla="*/ 510308 w 1016706"/>
                    <a:gd name="connsiteY30" fmla="*/ 115357 h 1055810"/>
                    <a:gd name="connsiteX31" fmla="*/ 510308 w 1016706"/>
                    <a:gd name="connsiteY31" fmla="*/ 115357 h 1055810"/>
                    <a:gd name="connsiteX32" fmla="*/ 510308 w 1016706"/>
                    <a:gd name="connsiteY32" fmla="*/ 115357 h 1055810"/>
                    <a:gd name="connsiteX33" fmla="*/ 901349 w 1016706"/>
                    <a:gd name="connsiteY33" fmla="*/ 502488 h 1055810"/>
                    <a:gd name="connsiteX34" fmla="*/ 901349 w 1016706"/>
                    <a:gd name="connsiteY34" fmla="*/ 518129 h 105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16706" h="1055810">
                      <a:moveTo>
                        <a:pt x="508353" y="0"/>
                      </a:move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230714" y="1955"/>
                        <a:pt x="5866" y="224848"/>
                        <a:pt x="0" y="502488"/>
                      </a:cubicBezTo>
                      <a:lnTo>
                        <a:pt x="0" y="520084"/>
                      </a:lnTo>
                      <a:cubicBezTo>
                        <a:pt x="1955" y="580696"/>
                        <a:pt x="13686" y="639352"/>
                        <a:pt x="35194" y="696053"/>
                      </a:cubicBezTo>
                      <a:cubicBezTo>
                        <a:pt x="56701" y="748843"/>
                        <a:pt x="86029" y="797723"/>
                        <a:pt x="123178" y="840738"/>
                      </a:cubicBezTo>
                      <a:cubicBezTo>
                        <a:pt x="170103" y="891573"/>
                        <a:pt x="220938" y="991289"/>
                        <a:pt x="242445" y="1034303"/>
                      </a:cubicBezTo>
                      <a:cubicBezTo>
                        <a:pt x="248311" y="1047989"/>
                        <a:pt x="261997" y="1055810"/>
                        <a:pt x="277639" y="1055810"/>
                      </a:cubicBezTo>
                      <a:lnTo>
                        <a:pt x="739067" y="1055810"/>
                      </a:lnTo>
                      <a:cubicBezTo>
                        <a:pt x="754709" y="1055810"/>
                        <a:pt x="768395" y="1047989"/>
                        <a:pt x="774261" y="1034303"/>
                      </a:cubicBezTo>
                      <a:cubicBezTo>
                        <a:pt x="795768" y="991289"/>
                        <a:pt x="846603" y="891573"/>
                        <a:pt x="893528" y="840738"/>
                      </a:cubicBezTo>
                      <a:cubicBezTo>
                        <a:pt x="930677" y="797723"/>
                        <a:pt x="961960" y="748843"/>
                        <a:pt x="981512" y="696053"/>
                      </a:cubicBezTo>
                      <a:cubicBezTo>
                        <a:pt x="1003020" y="639352"/>
                        <a:pt x="1014751" y="580696"/>
                        <a:pt x="1016706" y="520084"/>
                      </a:cubicBezTo>
                      <a:lnTo>
                        <a:pt x="1016706" y="502488"/>
                      </a:lnTo>
                      <a:cubicBezTo>
                        <a:pt x="1010841" y="224848"/>
                        <a:pt x="785992" y="1955"/>
                        <a:pt x="508353" y="0"/>
                      </a:cubicBezTo>
                      <a:close/>
                      <a:moveTo>
                        <a:pt x="899394" y="518129"/>
                      </a:moveTo>
                      <a:cubicBezTo>
                        <a:pt x="897439" y="565054"/>
                        <a:pt x="887663" y="611979"/>
                        <a:pt x="872021" y="654993"/>
                      </a:cubicBezTo>
                      <a:cubicBezTo>
                        <a:pt x="856380" y="694098"/>
                        <a:pt x="834872" y="731246"/>
                        <a:pt x="805544" y="762530"/>
                      </a:cubicBezTo>
                      <a:cubicBezTo>
                        <a:pt x="760574" y="817275"/>
                        <a:pt x="721470" y="875931"/>
                        <a:pt x="692142" y="938498"/>
                      </a:cubicBezTo>
                      <a:lnTo>
                        <a:pt x="508353" y="938498"/>
                      </a:lnTo>
                      <a:lnTo>
                        <a:pt x="326519" y="938498"/>
                      </a:lnTo>
                      <a:cubicBezTo>
                        <a:pt x="295236" y="875931"/>
                        <a:pt x="256132" y="817275"/>
                        <a:pt x="213117" y="762530"/>
                      </a:cubicBezTo>
                      <a:cubicBezTo>
                        <a:pt x="185744" y="731246"/>
                        <a:pt x="162282" y="694098"/>
                        <a:pt x="146640" y="654993"/>
                      </a:cubicBezTo>
                      <a:cubicBezTo>
                        <a:pt x="129043" y="611979"/>
                        <a:pt x="121223" y="565054"/>
                        <a:pt x="119267" y="518129"/>
                      </a:cubicBezTo>
                      <a:lnTo>
                        <a:pt x="119267" y="502488"/>
                      </a:lnTo>
                      <a:cubicBezTo>
                        <a:pt x="123178" y="289370"/>
                        <a:pt x="297191" y="117312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510308" y="115357"/>
                        <a:pt x="510308" y="115357"/>
                        <a:pt x="510308" y="115357"/>
                      </a:cubicBezTo>
                      <a:cubicBezTo>
                        <a:pt x="510308" y="115357"/>
                        <a:pt x="510308" y="115357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723426" y="117312"/>
                        <a:pt x="897439" y="287415"/>
                        <a:pt x="901349" y="502488"/>
                      </a:cubicBezTo>
                      <a:lnTo>
                        <a:pt x="901349" y="518129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D89EF535-366D-2C4B-AE98-F55B9957F3D6}"/>
                  </a:ext>
                </a:extLst>
              </p:cNvPr>
              <p:cNvSpPr/>
              <p:nvPr/>
            </p:nvSpPr>
            <p:spPr>
              <a:xfrm rot="2788187">
                <a:off x="7961612" y="3321493"/>
                <a:ext cx="501073" cy="248762"/>
              </a:xfrm>
              <a:prstGeom prst="arc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" name="Graphic 9" descr="Yin And Yang with solid fill">
              <a:extLst>
                <a:ext uri="{FF2B5EF4-FFF2-40B4-BE49-F238E27FC236}">
                  <a16:creationId xmlns:a16="http://schemas.microsoft.com/office/drawing/2014/main" id="{244DF91B-5882-7440-B4E9-2F77DA3E0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30660" y="4627718"/>
              <a:ext cx="1014669" cy="1014669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577C423-65F8-7D4A-9C15-2399BBF9BAE6}"/>
              </a:ext>
            </a:extLst>
          </p:cNvPr>
          <p:cNvGrpSpPr/>
          <p:nvPr/>
        </p:nvGrpSpPr>
        <p:grpSpPr>
          <a:xfrm>
            <a:off x="5680654" y="4641366"/>
            <a:ext cx="1673797" cy="1673800"/>
            <a:chOff x="3394995" y="4566674"/>
            <a:chExt cx="1673797" cy="1673800"/>
          </a:xfrm>
        </p:grpSpPr>
        <p:pic>
          <p:nvPicPr>
            <p:cNvPr id="29" name="Graphic 28" descr="Yin And Yang with solid fill">
              <a:extLst>
                <a:ext uri="{FF2B5EF4-FFF2-40B4-BE49-F238E27FC236}">
                  <a16:creationId xmlns:a16="http://schemas.microsoft.com/office/drawing/2014/main" id="{7F2AD443-63CD-B44A-A76F-9D36A3F8C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44308" y="4641366"/>
              <a:ext cx="1014669" cy="1014669"/>
            </a:xfrm>
            <a:prstGeom prst="rect">
              <a:avLst/>
            </a:prstGeom>
          </p:spPr>
        </p:pic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7E1349F-6D15-6D43-B0F2-A30807C6768D}"/>
                </a:ext>
              </a:extLst>
            </p:cNvPr>
            <p:cNvGrpSpPr/>
            <p:nvPr/>
          </p:nvGrpSpPr>
          <p:grpSpPr>
            <a:xfrm>
              <a:off x="3394995" y="4566674"/>
              <a:ext cx="1673797" cy="1673800"/>
              <a:chOff x="7085726" y="3093503"/>
              <a:chExt cx="1673797" cy="1673800"/>
            </a:xfrm>
          </p:grpSpPr>
          <p:grpSp>
            <p:nvGrpSpPr>
              <p:cNvPr id="31" name="Graphic 42" descr="Lightbulb with solid fill">
                <a:extLst>
                  <a:ext uri="{FF2B5EF4-FFF2-40B4-BE49-F238E27FC236}">
                    <a16:creationId xmlns:a16="http://schemas.microsoft.com/office/drawing/2014/main" id="{BABE0517-6AE0-C142-8EAA-50FA777F18EF}"/>
                  </a:ext>
                </a:extLst>
              </p:cNvPr>
              <p:cNvGrpSpPr/>
              <p:nvPr/>
            </p:nvGrpSpPr>
            <p:grpSpPr>
              <a:xfrm>
                <a:off x="7085726" y="3093503"/>
                <a:ext cx="1673797" cy="1673800"/>
                <a:chOff x="6638354" y="1255142"/>
                <a:chExt cx="1876996" cy="1876996"/>
              </a:xfrm>
            </p:grpSpPr>
            <p:sp>
              <p:nvSpPr>
                <p:cNvPr id="33" name="Freeform 32">
                  <a:extLst>
                    <a:ext uri="{FF2B5EF4-FFF2-40B4-BE49-F238E27FC236}">
                      <a16:creationId xmlns:a16="http://schemas.microsoft.com/office/drawing/2014/main" id="{39F60C75-4646-284D-BD8E-0EC17BAD1FEA}"/>
                    </a:ext>
                  </a:extLst>
                </p:cNvPr>
                <p:cNvSpPr/>
                <p:nvPr/>
              </p:nvSpPr>
              <p:spPr>
                <a:xfrm>
                  <a:off x="7322675" y="2506472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 33">
                  <a:extLst>
                    <a:ext uri="{FF2B5EF4-FFF2-40B4-BE49-F238E27FC236}">
                      <a16:creationId xmlns:a16="http://schemas.microsoft.com/office/drawing/2014/main" id="{72E78269-B398-D049-AE90-7EBD04E50565}"/>
                    </a:ext>
                  </a:extLst>
                </p:cNvPr>
                <p:cNvSpPr/>
                <p:nvPr/>
              </p:nvSpPr>
              <p:spPr>
                <a:xfrm>
                  <a:off x="7322675" y="2701993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54A3E7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 34">
                  <a:extLst>
                    <a:ext uri="{FF2B5EF4-FFF2-40B4-BE49-F238E27FC236}">
                      <a16:creationId xmlns:a16="http://schemas.microsoft.com/office/drawing/2014/main" id="{6E0DD80C-6BAD-5445-A364-1B70069D394A}"/>
                    </a:ext>
                  </a:extLst>
                </p:cNvPr>
                <p:cNvSpPr/>
                <p:nvPr/>
              </p:nvSpPr>
              <p:spPr>
                <a:xfrm>
                  <a:off x="7449763" y="2897513"/>
                  <a:ext cx="254176" cy="117312"/>
                </a:xfrm>
                <a:custGeom>
                  <a:avLst/>
                  <a:gdLst>
                    <a:gd name="connsiteX0" fmla="*/ 0 w 254176"/>
                    <a:gd name="connsiteY0" fmla="*/ 0 h 117312"/>
                    <a:gd name="connsiteX1" fmla="*/ 127088 w 254176"/>
                    <a:gd name="connsiteY1" fmla="*/ 117312 h 117312"/>
                    <a:gd name="connsiteX2" fmla="*/ 254177 w 254176"/>
                    <a:gd name="connsiteY2" fmla="*/ 0 h 117312"/>
                    <a:gd name="connsiteX3" fmla="*/ 0 w 254176"/>
                    <a:gd name="connsiteY3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4176" h="117312">
                      <a:moveTo>
                        <a:pt x="0" y="0"/>
                      </a:moveTo>
                      <a:cubicBezTo>
                        <a:pt x="5866" y="66477"/>
                        <a:pt x="60611" y="117312"/>
                        <a:pt x="127088" y="117312"/>
                      </a:cubicBezTo>
                      <a:cubicBezTo>
                        <a:pt x="193565" y="117312"/>
                        <a:pt x="248311" y="66477"/>
                        <a:pt x="25417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2263E3CE-6F9E-8E4C-9F0A-1EA1BE351C26}"/>
                    </a:ext>
                  </a:extLst>
                </p:cNvPr>
                <p:cNvSpPr/>
                <p:nvPr/>
              </p:nvSpPr>
              <p:spPr>
                <a:xfrm>
                  <a:off x="7068498" y="1372454"/>
                  <a:ext cx="1016706" cy="1055810"/>
                </a:xfrm>
                <a:custGeom>
                  <a:avLst/>
                  <a:gdLst>
                    <a:gd name="connsiteX0" fmla="*/ 508353 w 1016706"/>
                    <a:gd name="connsiteY0" fmla="*/ 0 h 1055810"/>
                    <a:gd name="connsiteX1" fmla="*/ 508353 w 1016706"/>
                    <a:gd name="connsiteY1" fmla="*/ 0 h 1055810"/>
                    <a:gd name="connsiteX2" fmla="*/ 508353 w 1016706"/>
                    <a:gd name="connsiteY2" fmla="*/ 0 h 1055810"/>
                    <a:gd name="connsiteX3" fmla="*/ 0 w 1016706"/>
                    <a:gd name="connsiteY3" fmla="*/ 502488 h 1055810"/>
                    <a:gd name="connsiteX4" fmla="*/ 0 w 1016706"/>
                    <a:gd name="connsiteY4" fmla="*/ 520084 h 1055810"/>
                    <a:gd name="connsiteX5" fmla="*/ 35194 w 1016706"/>
                    <a:gd name="connsiteY5" fmla="*/ 696053 h 1055810"/>
                    <a:gd name="connsiteX6" fmla="*/ 123178 w 1016706"/>
                    <a:gd name="connsiteY6" fmla="*/ 840738 h 1055810"/>
                    <a:gd name="connsiteX7" fmla="*/ 242445 w 1016706"/>
                    <a:gd name="connsiteY7" fmla="*/ 1034303 h 1055810"/>
                    <a:gd name="connsiteX8" fmla="*/ 277639 w 1016706"/>
                    <a:gd name="connsiteY8" fmla="*/ 1055810 h 1055810"/>
                    <a:gd name="connsiteX9" fmla="*/ 739067 w 1016706"/>
                    <a:gd name="connsiteY9" fmla="*/ 1055810 h 1055810"/>
                    <a:gd name="connsiteX10" fmla="*/ 774261 w 1016706"/>
                    <a:gd name="connsiteY10" fmla="*/ 1034303 h 1055810"/>
                    <a:gd name="connsiteX11" fmla="*/ 893528 w 1016706"/>
                    <a:gd name="connsiteY11" fmla="*/ 840738 h 1055810"/>
                    <a:gd name="connsiteX12" fmla="*/ 981512 w 1016706"/>
                    <a:gd name="connsiteY12" fmla="*/ 696053 h 1055810"/>
                    <a:gd name="connsiteX13" fmla="*/ 1016706 w 1016706"/>
                    <a:gd name="connsiteY13" fmla="*/ 520084 h 1055810"/>
                    <a:gd name="connsiteX14" fmla="*/ 1016706 w 1016706"/>
                    <a:gd name="connsiteY14" fmla="*/ 502488 h 1055810"/>
                    <a:gd name="connsiteX15" fmla="*/ 508353 w 1016706"/>
                    <a:gd name="connsiteY15" fmla="*/ 0 h 1055810"/>
                    <a:gd name="connsiteX16" fmla="*/ 899394 w 1016706"/>
                    <a:gd name="connsiteY16" fmla="*/ 518129 h 1055810"/>
                    <a:gd name="connsiteX17" fmla="*/ 872021 w 1016706"/>
                    <a:gd name="connsiteY17" fmla="*/ 654993 h 1055810"/>
                    <a:gd name="connsiteX18" fmla="*/ 805544 w 1016706"/>
                    <a:gd name="connsiteY18" fmla="*/ 762530 h 1055810"/>
                    <a:gd name="connsiteX19" fmla="*/ 692142 w 1016706"/>
                    <a:gd name="connsiteY19" fmla="*/ 938498 h 1055810"/>
                    <a:gd name="connsiteX20" fmla="*/ 508353 w 1016706"/>
                    <a:gd name="connsiteY20" fmla="*/ 938498 h 1055810"/>
                    <a:gd name="connsiteX21" fmla="*/ 326519 w 1016706"/>
                    <a:gd name="connsiteY21" fmla="*/ 938498 h 1055810"/>
                    <a:gd name="connsiteX22" fmla="*/ 213117 w 1016706"/>
                    <a:gd name="connsiteY22" fmla="*/ 762530 h 1055810"/>
                    <a:gd name="connsiteX23" fmla="*/ 146640 w 1016706"/>
                    <a:gd name="connsiteY23" fmla="*/ 654993 h 1055810"/>
                    <a:gd name="connsiteX24" fmla="*/ 119267 w 1016706"/>
                    <a:gd name="connsiteY24" fmla="*/ 518129 h 1055810"/>
                    <a:gd name="connsiteX25" fmla="*/ 119267 w 1016706"/>
                    <a:gd name="connsiteY25" fmla="*/ 502488 h 1055810"/>
                    <a:gd name="connsiteX26" fmla="*/ 510308 w 1016706"/>
                    <a:gd name="connsiteY26" fmla="*/ 115357 h 1055810"/>
                    <a:gd name="connsiteX27" fmla="*/ 510308 w 1016706"/>
                    <a:gd name="connsiteY27" fmla="*/ 115357 h 1055810"/>
                    <a:gd name="connsiteX28" fmla="*/ 510308 w 1016706"/>
                    <a:gd name="connsiteY28" fmla="*/ 115357 h 1055810"/>
                    <a:gd name="connsiteX29" fmla="*/ 510308 w 1016706"/>
                    <a:gd name="connsiteY29" fmla="*/ 115357 h 1055810"/>
                    <a:gd name="connsiteX30" fmla="*/ 510308 w 1016706"/>
                    <a:gd name="connsiteY30" fmla="*/ 115357 h 1055810"/>
                    <a:gd name="connsiteX31" fmla="*/ 510308 w 1016706"/>
                    <a:gd name="connsiteY31" fmla="*/ 115357 h 1055810"/>
                    <a:gd name="connsiteX32" fmla="*/ 510308 w 1016706"/>
                    <a:gd name="connsiteY32" fmla="*/ 115357 h 1055810"/>
                    <a:gd name="connsiteX33" fmla="*/ 901349 w 1016706"/>
                    <a:gd name="connsiteY33" fmla="*/ 502488 h 1055810"/>
                    <a:gd name="connsiteX34" fmla="*/ 901349 w 1016706"/>
                    <a:gd name="connsiteY34" fmla="*/ 518129 h 105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16706" h="1055810">
                      <a:moveTo>
                        <a:pt x="508353" y="0"/>
                      </a:move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230714" y="1955"/>
                        <a:pt x="5866" y="224848"/>
                        <a:pt x="0" y="502488"/>
                      </a:cubicBezTo>
                      <a:lnTo>
                        <a:pt x="0" y="520084"/>
                      </a:lnTo>
                      <a:cubicBezTo>
                        <a:pt x="1955" y="580696"/>
                        <a:pt x="13686" y="639352"/>
                        <a:pt x="35194" y="696053"/>
                      </a:cubicBezTo>
                      <a:cubicBezTo>
                        <a:pt x="56701" y="748843"/>
                        <a:pt x="86029" y="797723"/>
                        <a:pt x="123178" y="840738"/>
                      </a:cubicBezTo>
                      <a:cubicBezTo>
                        <a:pt x="170103" y="891573"/>
                        <a:pt x="220938" y="991289"/>
                        <a:pt x="242445" y="1034303"/>
                      </a:cubicBezTo>
                      <a:cubicBezTo>
                        <a:pt x="248311" y="1047989"/>
                        <a:pt x="261997" y="1055810"/>
                        <a:pt x="277639" y="1055810"/>
                      </a:cubicBezTo>
                      <a:lnTo>
                        <a:pt x="739067" y="1055810"/>
                      </a:lnTo>
                      <a:cubicBezTo>
                        <a:pt x="754709" y="1055810"/>
                        <a:pt x="768395" y="1047989"/>
                        <a:pt x="774261" y="1034303"/>
                      </a:cubicBezTo>
                      <a:cubicBezTo>
                        <a:pt x="795768" y="991289"/>
                        <a:pt x="846603" y="891573"/>
                        <a:pt x="893528" y="840738"/>
                      </a:cubicBezTo>
                      <a:cubicBezTo>
                        <a:pt x="930677" y="797723"/>
                        <a:pt x="961960" y="748843"/>
                        <a:pt x="981512" y="696053"/>
                      </a:cubicBezTo>
                      <a:cubicBezTo>
                        <a:pt x="1003020" y="639352"/>
                        <a:pt x="1014751" y="580696"/>
                        <a:pt x="1016706" y="520084"/>
                      </a:cubicBezTo>
                      <a:lnTo>
                        <a:pt x="1016706" y="502488"/>
                      </a:lnTo>
                      <a:cubicBezTo>
                        <a:pt x="1010841" y="224848"/>
                        <a:pt x="785992" y="1955"/>
                        <a:pt x="508353" y="0"/>
                      </a:cubicBezTo>
                      <a:close/>
                      <a:moveTo>
                        <a:pt x="899394" y="518129"/>
                      </a:moveTo>
                      <a:cubicBezTo>
                        <a:pt x="897439" y="565054"/>
                        <a:pt x="887663" y="611979"/>
                        <a:pt x="872021" y="654993"/>
                      </a:cubicBezTo>
                      <a:cubicBezTo>
                        <a:pt x="856380" y="694098"/>
                        <a:pt x="834872" y="731246"/>
                        <a:pt x="805544" y="762530"/>
                      </a:cubicBezTo>
                      <a:cubicBezTo>
                        <a:pt x="760574" y="817275"/>
                        <a:pt x="721470" y="875931"/>
                        <a:pt x="692142" y="938498"/>
                      </a:cubicBezTo>
                      <a:lnTo>
                        <a:pt x="508353" y="938498"/>
                      </a:lnTo>
                      <a:lnTo>
                        <a:pt x="326519" y="938498"/>
                      </a:lnTo>
                      <a:cubicBezTo>
                        <a:pt x="295236" y="875931"/>
                        <a:pt x="256132" y="817275"/>
                        <a:pt x="213117" y="762530"/>
                      </a:cubicBezTo>
                      <a:cubicBezTo>
                        <a:pt x="185744" y="731246"/>
                        <a:pt x="162282" y="694098"/>
                        <a:pt x="146640" y="654993"/>
                      </a:cubicBezTo>
                      <a:cubicBezTo>
                        <a:pt x="129043" y="611979"/>
                        <a:pt x="121223" y="565054"/>
                        <a:pt x="119267" y="518129"/>
                      </a:cubicBezTo>
                      <a:lnTo>
                        <a:pt x="119267" y="502488"/>
                      </a:lnTo>
                      <a:cubicBezTo>
                        <a:pt x="123178" y="289370"/>
                        <a:pt x="297191" y="117312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510308" y="115357"/>
                        <a:pt x="510308" y="115357"/>
                        <a:pt x="510308" y="115357"/>
                      </a:cubicBezTo>
                      <a:cubicBezTo>
                        <a:pt x="510308" y="115357"/>
                        <a:pt x="510308" y="115357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723426" y="117312"/>
                        <a:pt x="897439" y="287415"/>
                        <a:pt x="901349" y="502488"/>
                      </a:cubicBezTo>
                      <a:lnTo>
                        <a:pt x="901349" y="518129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32" name="Arc 31">
                <a:extLst>
                  <a:ext uri="{FF2B5EF4-FFF2-40B4-BE49-F238E27FC236}">
                    <a16:creationId xmlns:a16="http://schemas.microsoft.com/office/drawing/2014/main" id="{ACD3403C-8ED6-0647-8FF5-B26BB84B615F}"/>
                  </a:ext>
                </a:extLst>
              </p:cNvPr>
              <p:cNvSpPr/>
              <p:nvPr/>
            </p:nvSpPr>
            <p:spPr>
              <a:xfrm rot="2788187">
                <a:off x="7961612" y="3321493"/>
                <a:ext cx="501073" cy="248762"/>
              </a:xfrm>
              <a:prstGeom prst="arc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C9E786C-7907-0540-B274-011C17E23B3A}"/>
              </a:ext>
            </a:extLst>
          </p:cNvPr>
          <p:cNvGrpSpPr/>
          <p:nvPr/>
        </p:nvGrpSpPr>
        <p:grpSpPr>
          <a:xfrm>
            <a:off x="8099516" y="4649556"/>
            <a:ext cx="1673797" cy="1673800"/>
            <a:chOff x="3394995" y="4566674"/>
            <a:chExt cx="1673797" cy="1673800"/>
          </a:xfrm>
        </p:grpSpPr>
        <p:pic>
          <p:nvPicPr>
            <p:cNvPr id="38" name="Graphic 37" descr="Yin And Yang with solid fill">
              <a:extLst>
                <a:ext uri="{FF2B5EF4-FFF2-40B4-BE49-F238E27FC236}">
                  <a16:creationId xmlns:a16="http://schemas.microsoft.com/office/drawing/2014/main" id="{609A76C7-CED6-2F42-9F73-09DDF94B8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44308" y="4641366"/>
              <a:ext cx="1014669" cy="1014669"/>
            </a:xfrm>
            <a:prstGeom prst="rect">
              <a:avLst/>
            </a:prstGeom>
          </p:spPr>
        </p:pic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68299C1-3ACB-3944-B937-E4094C1BD8AD}"/>
                </a:ext>
              </a:extLst>
            </p:cNvPr>
            <p:cNvGrpSpPr/>
            <p:nvPr/>
          </p:nvGrpSpPr>
          <p:grpSpPr>
            <a:xfrm>
              <a:off x="3394995" y="4566674"/>
              <a:ext cx="1673797" cy="1673800"/>
              <a:chOff x="7085726" y="3093503"/>
              <a:chExt cx="1673797" cy="1673800"/>
            </a:xfrm>
          </p:grpSpPr>
          <p:grpSp>
            <p:nvGrpSpPr>
              <p:cNvPr id="40" name="Graphic 42" descr="Lightbulb with solid fill">
                <a:extLst>
                  <a:ext uri="{FF2B5EF4-FFF2-40B4-BE49-F238E27FC236}">
                    <a16:creationId xmlns:a16="http://schemas.microsoft.com/office/drawing/2014/main" id="{3D874A41-39C1-374B-8929-CF04EDB8D687}"/>
                  </a:ext>
                </a:extLst>
              </p:cNvPr>
              <p:cNvGrpSpPr/>
              <p:nvPr/>
            </p:nvGrpSpPr>
            <p:grpSpPr>
              <a:xfrm>
                <a:off x="7085726" y="3093503"/>
                <a:ext cx="1673797" cy="1673800"/>
                <a:chOff x="6638354" y="1255142"/>
                <a:chExt cx="1876996" cy="1876996"/>
              </a:xfrm>
            </p:grpSpPr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97286F1F-BF18-9241-A603-5E2E930A7A0D}"/>
                    </a:ext>
                  </a:extLst>
                </p:cNvPr>
                <p:cNvSpPr/>
                <p:nvPr/>
              </p:nvSpPr>
              <p:spPr>
                <a:xfrm>
                  <a:off x="7322675" y="2506472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Freeform 45">
                  <a:extLst>
                    <a:ext uri="{FF2B5EF4-FFF2-40B4-BE49-F238E27FC236}">
                      <a16:creationId xmlns:a16="http://schemas.microsoft.com/office/drawing/2014/main" id="{9C217CAE-BDDF-6C42-8272-693D9DAF6608}"/>
                    </a:ext>
                  </a:extLst>
                </p:cNvPr>
                <p:cNvSpPr/>
                <p:nvPr/>
              </p:nvSpPr>
              <p:spPr>
                <a:xfrm>
                  <a:off x="7322675" y="2701993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54A3E7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8ECABCAD-D984-9B4F-BEFE-7253C3B187E9}"/>
                    </a:ext>
                  </a:extLst>
                </p:cNvPr>
                <p:cNvSpPr/>
                <p:nvPr/>
              </p:nvSpPr>
              <p:spPr>
                <a:xfrm>
                  <a:off x="7449763" y="2897513"/>
                  <a:ext cx="254176" cy="117312"/>
                </a:xfrm>
                <a:custGeom>
                  <a:avLst/>
                  <a:gdLst>
                    <a:gd name="connsiteX0" fmla="*/ 0 w 254176"/>
                    <a:gd name="connsiteY0" fmla="*/ 0 h 117312"/>
                    <a:gd name="connsiteX1" fmla="*/ 127088 w 254176"/>
                    <a:gd name="connsiteY1" fmla="*/ 117312 h 117312"/>
                    <a:gd name="connsiteX2" fmla="*/ 254177 w 254176"/>
                    <a:gd name="connsiteY2" fmla="*/ 0 h 117312"/>
                    <a:gd name="connsiteX3" fmla="*/ 0 w 254176"/>
                    <a:gd name="connsiteY3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4176" h="117312">
                      <a:moveTo>
                        <a:pt x="0" y="0"/>
                      </a:moveTo>
                      <a:cubicBezTo>
                        <a:pt x="5866" y="66477"/>
                        <a:pt x="60611" y="117312"/>
                        <a:pt x="127088" y="117312"/>
                      </a:cubicBezTo>
                      <a:cubicBezTo>
                        <a:pt x="193565" y="117312"/>
                        <a:pt x="248311" y="66477"/>
                        <a:pt x="25417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FE275E21-D7C1-E74E-9E5E-218FE3B5BC26}"/>
                    </a:ext>
                  </a:extLst>
                </p:cNvPr>
                <p:cNvSpPr/>
                <p:nvPr/>
              </p:nvSpPr>
              <p:spPr>
                <a:xfrm>
                  <a:off x="7068498" y="1372454"/>
                  <a:ext cx="1016706" cy="1055810"/>
                </a:xfrm>
                <a:custGeom>
                  <a:avLst/>
                  <a:gdLst>
                    <a:gd name="connsiteX0" fmla="*/ 508353 w 1016706"/>
                    <a:gd name="connsiteY0" fmla="*/ 0 h 1055810"/>
                    <a:gd name="connsiteX1" fmla="*/ 508353 w 1016706"/>
                    <a:gd name="connsiteY1" fmla="*/ 0 h 1055810"/>
                    <a:gd name="connsiteX2" fmla="*/ 508353 w 1016706"/>
                    <a:gd name="connsiteY2" fmla="*/ 0 h 1055810"/>
                    <a:gd name="connsiteX3" fmla="*/ 0 w 1016706"/>
                    <a:gd name="connsiteY3" fmla="*/ 502488 h 1055810"/>
                    <a:gd name="connsiteX4" fmla="*/ 0 w 1016706"/>
                    <a:gd name="connsiteY4" fmla="*/ 520084 h 1055810"/>
                    <a:gd name="connsiteX5" fmla="*/ 35194 w 1016706"/>
                    <a:gd name="connsiteY5" fmla="*/ 696053 h 1055810"/>
                    <a:gd name="connsiteX6" fmla="*/ 123178 w 1016706"/>
                    <a:gd name="connsiteY6" fmla="*/ 840738 h 1055810"/>
                    <a:gd name="connsiteX7" fmla="*/ 242445 w 1016706"/>
                    <a:gd name="connsiteY7" fmla="*/ 1034303 h 1055810"/>
                    <a:gd name="connsiteX8" fmla="*/ 277639 w 1016706"/>
                    <a:gd name="connsiteY8" fmla="*/ 1055810 h 1055810"/>
                    <a:gd name="connsiteX9" fmla="*/ 739067 w 1016706"/>
                    <a:gd name="connsiteY9" fmla="*/ 1055810 h 1055810"/>
                    <a:gd name="connsiteX10" fmla="*/ 774261 w 1016706"/>
                    <a:gd name="connsiteY10" fmla="*/ 1034303 h 1055810"/>
                    <a:gd name="connsiteX11" fmla="*/ 893528 w 1016706"/>
                    <a:gd name="connsiteY11" fmla="*/ 840738 h 1055810"/>
                    <a:gd name="connsiteX12" fmla="*/ 981512 w 1016706"/>
                    <a:gd name="connsiteY12" fmla="*/ 696053 h 1055810"/>
                    <a:gd name="connsiteX13" fmla="*/ 1016706 w 1016706"/>
                    <a:gd name="connsiteY13" fmla="*/ 520084 h 1055810"/>
                    <a:gd name="connsiteX14" fmla="*/ 1016706 w 1016706"/>
                    <a:gd name="connsiteY14" fmla="*/ 502488 h 1055810"/>
                    <a:gd name="connsiteX15" fmla="*/ 508353 w 1016706"/>
                    <a:gd name="connsiteY15" fmla="*/ 0 h 1055810"/>
                    <a:gd name="connsiteX16" fmla="*/ 899394 w 1016706"/>
                    <a:gd name="connsiteY16" fmla="*/ 518129 h 1055810"/>
                    <a:gd name="connsiteX17" fmla="*/ 872021 w 1016706"/>
                    <a:gd name="connsiteY17" fmla="*/ 654993 h 1055810"/>
                    <a:gd name="connsiteX18" fmla="*/ 805544 w 1016706"/>
                    <a:gd name="connsiteY18" fmla="*/ 762530 h 1055810"/>
                    <a:gd name="connsiteX19" fmla="*/ 692142 w 1016706"/>
                    <a:gd name="connsiteY19" fmla="*/ 938498 h 1055810"/>
                    <a:gd name="connsiteX20" fmla="*/ 508353 w 1016706"/>
                    <a:gd name="connsiteY20" fmla="*/ 938498 h 1055810"/>
                    <a:gd name="connsiteX21" fmla="*/ 326519 w 1016706"/>
                    <a:gd name="connsiteY21" fmla="*/ 938498 h 1055810"/>
                    <a:gd name="connsiteX22" fmla="*/ 213117 w 1016706"/>
                    <a:gd name="connsiteY22" fmla="*/ 762530 h 1055810"/>
                    <a:gd name="connsiteX23" fmla="*/ 146640 w 1016706"/>
                    <a:gd name="connsiteY23" fmla="*/ 654993 h 1055810"/>
                    <a:gd name="connsiteX24" fmla="*/ 119267 w 1016706"/>
                    <a:gd name="connsiteY24" fmla="*/ 518129 h 1055810"/>
                    <a:gd name="connsiteX25" fmla="*/ 119267 w 1016706"/>
                    <a:gd name="connsiteY25" fmla="*/ 502488 h 1055810"/>
                    <a:gd name="connsiteX26" fmla="*/ 510308 w 1016706"/>
                    <a:gd name="connsiteY26" fmla="*/ 115357 h 1055810"/>
                    <a:gd name="connsiteX27" fmla="*/ 510308 w 1016706"/>
                    <a:gd name="connsiteY27" fmla="*/ 115357 h 1055810"/>
                    <a:gd name="connsiteX28" fmla="*/ 510308 w 1016706"/>
                    <a:gd name="connsiteY28" fmla="*/ 115357 h 1055810"/>
                    <a:gd name="connsiteX29" fmla="*/ 510308 w 1016706"/>
                    <a:gd name="connsiteY29" fmla="*/ 115357 h 1055810"/>
                    <a:gd name="connsiteX30" fmla="*/ 510308 w 1016706"/>
                    <a:gd name="connsiteY30" fmla="*/ 115357 h 1055810"/>
                    <a:gd name="connsiteX31" fmla="*/ 510308 w 1016706"/>
                    <a:gd name="connsiteY31" fmla="*/ 115357 h 1055810"/>
                    <a:gd name="connsiteX32" fmla="*/ 510308 w 1016706"/>
                    <a:gd name="connsiteY32" fmla="*/ 115357 h 1055810"/>
                    <a:gd name="connsiteX33" fmla="*/ 901349 w 1016706"/>
                    <a:gd name="connsiteY33" fmla="*/ 502488 h 1055810"/>
                    <a:gd name="connsiteX34" fmla="*/ 901349 w 1016706"/>
                    <a:gd name="connsiteY34" fmla="*/ 518129 h 105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16706" h="1055810">
                      <a:moveTo>
                        <a:pt x="508353" y="0"/>
                      </a:move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230714" y="1955"/>
                        <a:pt x="5866" y="224848"/>
                        <a:pt x="0" y="502488"/>
                      </a:cubicBezTo>
                      <a:lnTo>
                        <a:pt x="0" y="520084"/>
                      </a:lnTo>
                      <a:cubicBezTo>
                        <a:pt x="1955" y="580696"/>
                        <a:pt x="13686" y="639352"/>
                        <a:pt x="35194" y="696053"/>
                      </a:cubicBezTo>
                      <a:cubicBezTo>
                        <a:pt x="56701" y="748843"/>
                        <a:pt x="86029" y="797723"/>
                        <a:pt x="123178" y="840738"/>
                      </a:cubicBezTo>
                      <a:cubicBezTo>
                        <a:pt x="170103" y="891573"/>
                        <a:pt x="220938" y="991289"/>
                        <a:pt x="242445" y="1034303"/>
                      </a:cubicBezTo>
                      <a:cubicBezTo>
                        <a:pt x="248311" y="1047989"/>
                        <a:pt x="261997" y="1055810"/>
                        <a:pt x="277639" y="1055810"/>
                      </a:cubicBezTo>
                      <a:lnTo>
                        <a:pt x="739067" y="1055810"/>
                      </a:lnTo>
                      <a:cubicBezTo>
                        <a:pt x="754709" y="1055810"/>
                        <a:pt x="768395" y="1047989"/>
                        <a:pt x="774261" y="1034303"/>
                      </a:cubicBezTo>
                      <a:cubicBezTo>
                        <a:pt x="795768" y="991289"/>
                        <a:pt x="846603" y="891573"/>
                        <a:pt x="893528" y="840738"/>
                      </a:cubicBezTo>
                      <a:cubicBezTo>
                        <a:pt x="930677" y="797723"/>
                        <a:pt x="961960" y="748843"/>
                        <a:pt x="981512" y="696053"/>
                      </a:cubicBezTo>
                      <a:cubicBezTo>
                        <a:pt x="1003020" y="639352"/>
                        <a:pt x="1014751" y="580696"/>
                        <a:pt x="1016706" y="520084"/>
                      </a:cubicBezTo>
                      <a:lnTo>
                        <a:pt x="1016706" y="502488"/>
                      </a:lnTo>
                      <a:cubicBezTo>
                        <a:pt x="1010841" y="224848"/>
                        <a:pt x="785992" y="1955"/>
                        <a:pt x="508353" y="0"/>
                      </a:cubicBezTo>
                      <a:close/>
                      <a:moveTo>
                        <a:pt x="899394" y="518129"/>
                      </a:moveTo>
                      <a:cubicBezTo>
                        <a:pt x="897439" y="565054"/>
                        <a:pt x="887663" y="611979"/>
                        <a:pt x="872021" y="654993"/>
                      </a:cubicBezTo>
                      <a:cubicBezTo>
                        <a:pt x="856380" y="694098"/>
                        <a:pt x="834872" y="731246"/>
                        <a:pt x="805544" y="762530"/>
                      </a:cubicBezTo>
                      <a:cubicBezTo>
                        <a:pt x="760574" y="817275"/>
                        <a:pt x="721470" y="875931"/>
                        <a:pt x="692142" y="938498"/>
                      </a:cubicBezTo>
                      <a:lnTo>
                        <a:pt x="508353" y="938498"/>
                      </a:lnTo>
                      <a:lnTo>
                        <a:pt x="326519" y="938498"/>
                      </a:lnTo>
                      <a:cubicBezTo>
                        <a:pt x="295236" y="875931"/>
                        <a:pt x="256132" y="817275"/>
                        <a:pt x="213117" y="762530"/>
                      </a:cubicBezTo>
                      <a:cubicBezTo>
                        <a:pt x="185744" y="731246"/>
                        <a:pt x="162282" y="694098"/>
                        <a:pt x="146640" y="654993"/>
                      </a:cubicBezTo>
                      <a:cubicBezTo>
                        <a:pt x="129043" y="611979"/>
                        <a:pt x="121223" y="565054"/>
                        <a:pt x="119267" y="518129"/>
                      </a:cubicBezTo>
                      <a:lnTo>
                        <a:pt x="119267" y="502488"/>
                      </a:lnTo>
                      <a:cubicBezTo>
                        <a:pt x="123178" y="289370"/>
                        <a:pt x="297191" y="117312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510308" y="115357"/>
                        <a:pt x="510308" y="115357"/>
                        <a:pt x="510308" y="115357"/>
                      </a:cubicBezTo>
                      <a:cubicBezTo>
                        <a:pt x="510308" y="115357"/>
                        <a:pt x="510308" y="115357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723426" y="117312"/>
                        <a:pt x="897439" y="287415"/>
                        <a:pt x="901349" y="502488"/>
                      </a:cubicBezTo>
                      <a:lnTo>
                        <a:pt x="901349" y="518129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41" name="Arc 40">
                <a:extLst>
                  <a:ext uri="{FF2B5EF4-FFF2-40B4-BE49-F238E27FC236}">
                    <a16:creationId xmlns:a16="http://schemas.microsoft.com/office/drawing/2014/main" id="{B37ED71C-A861-4E4D-9F4D-3C3FFD4CFA68}"/>
                  </a:ext>
                </a:extLst>
              </p:cNvPr>
              <p:cNvSpPr/>
              <p:nvPr/>
            </p:nvSpPr>
            <p:spPr>
              <a:xfrm rot="2788187">
                <a:off x="7961612" y="3321493"/>
                <a:ext cx="501073" cy="248762"/>
              </a:xfrm>
              <a:prstGeom prst="arc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15" name="Graphic 14" descr="Tick with solid fill">
            <a:extLst>
              <a:ext uri="{FF2B5EF4-FFF2-40B4-BE49-F238E27FC236}">
                <a16:creationId xmlns:a16="http://schemas.microsoft.com/office/drawing/2014/main" id="{4B16E698-BECD-E44D-AF2D-B98AA581D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6808" y="4924846"/>
            <a:ext cx="214789" cy="214789"/>
          </a:xfrm>
          <a:prstGeom prst="rect">
            <a:avLst/>
          </a:prstGeom>
        </p:spPr>
      </p:pic>
      <p:pic>
        <p:nvPicPr>
          <p:cNvPr id="49" name="Graphic 48" descr="Tick outline">
            <a:extLst>
              <a:ext uri="{FF2B5EF4-FFF2-40B4-BE49-F238E27FC236}">
                <a16:creationId xmlns:a16="http://schemas.microsoft.com/office/drawing/2014/main" id="{D6758B44-730B-B843-BE08-FF40BF1C79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35036" y="376053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0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3858705" y="2357192"/>
            <a:ext cx="94395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latin typeface="STCaiyun" panose="020B0400000000000000" pitchFamily="34" charset="-122"/>
                <a:ea typeface="STCaiyun" panose="020B0400000000000000" pitchFamily="34" charset="-122"/>
                <a:cs typeface="Snap ITC" panose="020F0502020204030204" pitchFamily="34" charset="0"/>
              </a:rPr>
              <a:t>TodoCatalyst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1DA173-9367-C842-A806-0FC036B5B776}"/>
              </a:ext>
            </a:extLst>
          </p:cNvPr>
          <p:cNvGrpSpPr/>
          <p:nvPr/>
        </p:nvGrpSpPr>
        <p:grpSpPr>
          <a:xfrm>
            <a:off x="2355903" y="2257422"/>
            <a:ext cx="1673797" cy="1673800"/>
            <a:chOff x="3394995" y="4566674"/>
            <a:chExt cx="1673797" cy="167380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A8231B3-7CAB-8045-A744-B1264D84FD14}"/>
                </a:ext>
              </a:extLst>
            </p:cNvPr>
            <p:cNvGrpSpPr/>
            <p:nvPr/>
          </p:nvGrpSpPr>
          <p:grpSpPr>
            <a:xfrm>
              <a:off x="3394995" y="4566674"/>
              <a:ext cx="1673797" cy="1673800"/>
              <a:chOff x="7085726" y="3093503"/>
              <a:chExt cx="1673797" cy="1673800"/>
            </a:xfrm>
          </p:grpSpPr>
          <p:grpSp>
            <p:nvGrpSpPr>
              <p:cNvPr id="22" name="Graphic 42" descr="Lightbulb with solid fill">
                <a:extLst>
                  <a:ext uri="{FF2B5EF4-FFF2-40B4-BE49-F238E27FC236}">
                    <a16:creationId xmlns:a16="http://schemas.microsoft.com/office/drawing/2014/main" id="{7CDCC95C-728E-0345-B1F3-5CA79EF318C9}"/>
                  </a:ext>
                </a:extLst>
              </p:cNvPr>
              <p:cNvGrpSpPr/>
              <p:nvPr/>
            </p:nvGrpSpPr>
            <p:grpSpPr>
              <a:xfrm>
                <a:off x="7085726" y="3093503"/>
                <a:ext cx="1673797" cy="1673800"/>
                <a:chOff x="6638354" y="1255142"/>
                <a:chExt cx="1876996" cy="1876996"/>
              </a:xfrm>
            </p:grpSpPr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4D6A0E03-4A5A-2042-A6E9-17CD25895D6B}"/>
                    </a:ext>
                  </a:extLst>
                </p:cNvPr>
                <p:cNvSpPr/>
                <p:nvPr/>
              </p:nvSpPr>
              <p:spPr>
                <a:xfrm>
                  <a:off x="7322675" y="2506472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3E7F6435-A185-AE44-87D6-429A09C7BF27}"/>
                    </a:ext>
                  </a:extLst>
                </p:cNvPr>
                <p:cNvSpPr/>
                <p:nvPr/>
              </p:nvSpPr>
              <p:spPr>
                <a:xfrm>
                  <a:off x="7322675" y="2701993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54A3E7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EB261B02-E15E-BB47-B192-F340C12E2AAC}"/>
                    </a:ext>
                  </a:extLst>
                </p:cNvPr>
                <p:cNvSpPr/>
                <p:nvPr/>
              </p:nvSpPr>
              <p:spPr>
                <a:xfrm>
                  <a:off x="7449763" y="2897513"/>
                  <a:ext cx="254176" cy="117312"/>
                </a:xfrm>
                <a:custGeom>
                  <a:avLst/>
                  <a:gdLst>
                    <a:gd name="connsiteX0" fmla="*/ 0 w 254176"/>
                    <a:gd name="connsiteY0" fmla="*/ 0 h 117312"/>
                    <a:gd name="connsiteX1" fmla="*/ 127088 w 254176"/>
                    <a:gd name="connsiteY1" fmla="*/ 117312 h 117312"/>
                    <a:gd name="connsiteX2" fmla="*/ 254177 w 254176"/>
                    <a:gd name="connsiteY2" fmla="*/ 0 h 117312"/>
                    <a:gd name="connsiteX3" fmla="*/ 0 w 254176"/>
                    <a:gd name="connsiteY3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4176" h="117312">
                      <a:moveTo>
                        <a:pt x="0" y="0"/>
                      </a:moveTo>
                      <a:cubicBezTo>
                        <a:pt x="5866" y="66477"/>
                        <a:pt x="60611" y="117312"/>
                        <a:pt x="127088" y="117312"/>
                      </a:cubicBezTo>
                      <a:cubicBezTo>
                        <a:pt x="193565" y="117312"/>
                        <a:pt x="248311" y="66477"/>
                        <a:pt x="25417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AF8F5C67-AAEE-BE41-9557-6EB2C6F84083}"/>
                    </a:ext>
                  </a:extLst>
                </p:cNvPr>
                <p:cNvSpPr/>
                <p:nvPr/>
              </p:nvSpPr>
              <p:spPr>
                <a:xfrm>
                  <a:off x="7068498" y="1372454"/>
                  <a:ext cx="1016706" cy="1055810"/>
                </a:xfrm>
                <a:custGeom>
                  <a:avLst/>
                  <a:gdLst>
                    <a:gd name="connsiteX0" fmla="*/ 508353 w 1016706"/>
                    <a:gd name="connsiteY0" fmla="*/ 0 h 1055810"/>
                    <a:gd name="connsiteX1" fmla="*/ 508353 w 1016706"/>
                    <a:gd name="connsiteY1" fmla="*/ 0 h 1055810"/>
                    <a:gd name="connsiteX2" fmla="*/ 508353 w 1016706"/>
                    <a:gd name="connsiteY2" fmla="*/ 0 h 1055810"/>
                    <a:gd name="connsiteX3" fmla="*/ 0 w 1016706"/>
                    <a:gd name="connsiteY3" fmla="*/ 502488 h 1055810"/>
                    <a:gd name="connsiteX4" fmla="*/ 0 w 1016706"/>
                    <a:gd name="connsiteY4" fmla="*/ 520084 h 1055810"/>
                    <a:gd name="connsiteX5" fmla="*/ 35194 w 1016706"/>
                    <a:gd name="connsiteY5" fmla="*/ 696053 h 1055810"/>
                    <a:gd name="connsiteX6" fmla="*/ 123178 w 1016706"/>
                    <a:gd name="connsiteY6" fmla="*/ 840738 h 1055810"/>
                    <a:gd name="connsiteX7" fmla="*/ 242445 w 1016706"/>
                    <a:gd name="connsiteY7" fmla="*/ 1034303 h 1055810"/>
                    <a:gd name="connsiteX8" fmla="*/ 277639 w 1016706"/>
                    <a:gd name="connsiteY8" fmla="*/ 1055810 h 1055810"/>
                    <a:gd name="connsiteX9" fmla="*/ 739067 w 1016706"/>
                    <a:gd name="connsiteY9" fmla="*/ 1055810 h 1055810"/>
                    <a:gd name="connsiteX10" fmla="*/ 774261 w 1016706"/>
                    <a:gd name="connsiteY10" fmla="*/ 1034303 h 1055810"/>
                    <a:gd name="connsiteX11" fmla="*/ 893528 w 1016706"/>
                    <a:gd name="connsiteY11" fmla="*/ 840738 h 1055810"/>
                    <a:gd name="connsiteX12" fmla="*/ 981512 w 1016706"/>
                    <a:gd name="connsiteY12" fmla="*/ 696053 h 1055810"/>
                    <a:gd name="connsiteX13" fmla="*/ 1016706 w 1016706"/>
                    <a:gd name="connsiteY13" fmla="*/ 520084 h 1055810"/>
                    <a:gd name="connsiteX14" fmla="*/ 1016706 w 1016706"/>
                    <a:gd name="connsiteY14" fmla="*/ 502488 h 1055810"/>
                    <a:gd name="connsiteX15" fmla="*/ 508353 w 1016706"/>
                    <a:gd name="connsiteY15" fmla="*/ 0 h 1055810"/>
                    <a:gd name="connsiteX16" fmla="*/ 899394 w 1016706"/>
                    <a:gd name="connsiteY16" fmla="*/ 518129 h 1055810"/>
                    <a:gd name="connsiteX17" fmla="*/ 872021 w 1016706"/>
                    <a:gd name="connsiteY17" fmla="*/ 654993 h 1055810"/>
                    <a:gd name="connsiteX18" fmla="*/ 805544 w 1016706"/>
                    <a:gd name="connsiteY18" fmla="*/ 762530 h 1055810"/>
                    <a:gd name="connsiteX19" fmla="*/ 692142 w 1016706"/>
                    <a:gd name="connsiteY19" fmla="*/ 938498 h 1055810"/>
                    <a:gd name="connsiteX20" fmla="*/ 508353 w 1016706"/>
                    <a:gd name="connsiteY20" fmla="*/ 938498 h 1055810"/>
                    <a:gd name="connsiteX21" fmla="*/ 326519 w 1016706"/>
                    <a:gd name="connsiteY21" fmla="*/ 938498 h 1055810"/>
                    <a:gd name="connsiteX22" fmla="*/ 213117 w 1016706"/>
                    <a:gd name="connsiteY22" fmla="*/ 762530 h 1055810"/>
                    <a:gd name="connsiteX23" fmla="*/ 146640 w 1016706"/>
                    <a:gd name="connsiteY23" fmla="*/ 654993 h 1055810"/>
                    <a:gd name="connsiteX24" fmla="*/ 119267 w 1016706"/>
                    <a:gd name="connsiteY24" fmla="*/ 518129 h 1055810"/>
                    <a:gd name="connsiteX25" fmla="*/ 119267 w 1016706"/>
                    <a:gd name="connsiteY25" fmla="*/ 502488 h 1055810"/>
                    <a:gd name="connsiteX26" fmla="*/ 510308 w 1016706"/>
                    <a:gd name="connsiteY26" fmla="*/ 115357 h 1055810"/>
                    <a:gd name="connsiteX27" fmla="*/ 510308 w 1016706"/>
                    <a:gd name="connsiteY27" fmla="*/ 115357 h 1055810"/>
                    <a:gd name="connsiteX28" fmla="*/ 510308 w 1016706"/>
                    <a:gd name="connsiteY28" fmla="*/ 115357 h 1055810"/>
                    <a:gd name="connsiteX29" fmla="*/ 510308 w 1016706"/>
                    <a:gd name="connsiteY29" fmla="*/ 115357 h 1055810"/>
                    <a:gd name="connsiteX30" fmla="*/ 510308 w 1016706"/>
                    <a:gd name="connsiteY30" fmla="*/ 115357 h 1055810"/>
                    <a:gd name="connsiteX31" fmla="*/ 510308 w 1016706"/>
                    <a:gd name="connsiteY31" fmla="*/ 115357 h 1055810"/>
                    <a:gd name="connsiteX32" fmla="*/ 510308 w 1016706"/>
                    <a:gd name="connsiteY32" fmla="*/ 115357 h 1055810"/>
                    <a:gd name="connsiteX33" fmla="*/ 901349 w 1016706"/>
                    <a:gd name="connsiteY33" fmla="*/ 502488 h 1055810"/>
                    <a:gd name="connsiteX34" fmla="*/ 901349 w 1016706"/>
                    <a:gd name="connsiteY34" fmla="*/ 518129 h 105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16706" h="1055810">
                      <a:moveTo>
                        <a:pt x="508353" y="0"/>
                      </a:move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230714" y="1955"/>
                        <a:pt x="5866" y="224848"/>
                        <a:pt x="0" y="502488"/>
                      </a:cubicBezTo>
                      <a:lnTo>
                        <a:pt x="0" y="520084"/>
                      </a:lnTo>
                      <a:cubicBezTo>
                        <a:pt x="1955" y="580696"/>
                        <a:pt x="13686" y="639352"/>
                        <a:pt x="35194" y="696053"/>
                      </a:cubicBezTo>
                      <a:cubicBezTo>
                        <a:pt x="56701" y="748843"/>
                        <a:pt x="86029" y="797723"/>
                        <a:pt x="123178" y="840738"/>
                      </a:cubicBezTo>
                      <a:cubicBezTo>
                        <a:pt x="170103" y="891573"/>
                        <a:pt x="220938" y="991289"/>
                        <a:pt x="242445" y="1034303"/>
                      </a:cubicBezTo>
                      <a:cubicBezTo>
                        <a:pt x="248311" y="1047989"/>
                        <a:pt x="261997" y="1055810"/>
                        <a:pt x="277639" y="1055810"/>
                      </a:cubicBezTo>
                      <a:lnTo>
                        <a:pt x="739067" y="1055810"/>
                      </a:lnTo>
                      <a:cubicBezTo>
                        <a:pt x="754709" y="1055810"/>
                        <a:pt x="768395" y="1047989"/>
                        <a:pt x="774261" y="1034303"/>
                      </a:cubicBezTo>
                      <a:cubicBezTo>
                        <a:pt x="795768" y="991289"/>
                        <a:pt x="846603" y="891573"/>
                        <a:pt x="893528" y="840738"/>
                      </a:cubicBezTo>
                      <a:cubicBezTo>
                        <a:pt x="930677" y="797723"/>
                        <a:pt x="961960" y="748843"/>
                        <a:pt x="981512" y="696053"/>
                      </a:cubicBezTo>
                      <a:cubicBezTo>
                        <a:pt x="1003020" y="639352"/>
                        <a:pt x="1014751" y="580696"/>
                        <a:pt x="1016706" y="520084"/>
                      </a:cubicBezTo>
                      <a:lnTo>
                        <a:pt x="1016706" y="502488"/>
                      </a:lnTo>
                      <a:cubicBezTo>
                        <a:pt x="1010841" y="224848"/>
                        <a:pt x="785992" y="1955"/>
                        <a:pt x="508353" y="0"/>
                      </a:cubicBezTo>
                      <a:close/>
                      <a:moveTo>
                        <a:pt x="899394" y="518129"/>
                      </a:moveTo>
                      <a:cubicBezTo>
                        <a:pt x="897439" y="565054"/>
                        <a:pt x="887663" y="611979"/>
                        <a:pt x="872021" y="654993"/>
                      </a:cubicBezTo>
                      <a:cubicBezTo>
                        <a:pt x="856380" y="694098"/>
                        <a:pt x="834872" y="731246"/>
                        <a:pt x="805544" y="762530"/>
                      </a:cubicBezTo>
                      <a:cubicBezTo>
                        <a:pt x="760574" y="817275"/>
                        <a:pt x="721470" y="875931"/>
                        <a:pt x="692142" y="938498"/>
                      </a:cubicBezTo>
                      <a:lnTo>
                        <a:pt x="508353" y="938498"/>
                      </a:lnTo>
                      <a:lnTo>
                        <a:pt x="326519" y="938498"/>
                      </a:lnTo>
                      <a:cubicBezTo>
                        <a:pt x="295236" y="875931"/>
                        <a:pt x="256132" y="817275"/>
                        <a:pt x="213117" y="762530"/>
                      </a:cubicBezTo>
                      <a:cubicBezTo>
                        <a:pt x="185744" y="731246"/>
                        <a:pt x="162282" y="694098"/>
                        <a:pt x="146640" y="654993"/>
                      </a:cubicBezTo>
                      <a:cubicBezTo>
                        <a:pt x="129043" y="611979"/>
                        <a:pt x="121223" y="565054"/>
                        <a:pt x="119267" y="518129"/>
                      </a:cubicBezTo>
                      <a:lnTo>
                        <a:pt x="119267" y="502488"/>
                      </a:lnTo>
                      <a:cubicBezTo>
                        <a:pt x="123178" y="289370"/>
                        <a:pt x="297191" y="117312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510308" y="115357"/>
                        <a:pt x="510308" y="115357"/>
                        <a:pt x="510308" y="115357"/>
                      </a:cubicBezTo>
                      <a:cubicBezTo>
                        <a:pt x="510308" y="115357"/>
                        <a:pt x="510308" y="115357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723426" y="117312"/>
                        <a:pt x="897439" y="287415"/>
                        <a:pt x="901349" y="502488"/>
                      </a:cubicBezTo>
                      <a:lnTo>
                        <a:pt x="901349" y="518129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D89EF535-366D-2C4B-AE98-F55B9957F3D6}"/>
                  </a:ext>
                </a:extLst>
              </p:cNvPr>
              <p:cNvSpPr/>
              <p:nvPr/>
            </p:nvSpPr>
            <p:spPr>
              <a:xfrm rot="2788187">
                <a:off x="7961612" y="3321493"/>
                <a:ext cx="501073" cy="248762"/>
              </a:xfrm>
              <a:prstGeom prst="arc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" name="Graphic 9" descr="Yin And Yang with solid fill">
              <a:extLst>
                <a:ext uri="{FF2B5EF4-FFF2-40B4-BE49-F238E27FC236}">
                  <a16:creationId xmlns:a16="http://schemas.microsoft.com/office/drawing/2014/main" id="{244DF91B-5882-7440-B4E9-2F77DA3E0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30660" y="4627718"/>
              <a:ext cx="1014669" cy="10146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0321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3858705" y="2357192"/>
            <a:ext cx="94395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latin typeface="STCaiyun" panose="020B0400000000000000" pitchFamily="34" charset="-122"/>
                <a:ea typeface="STCaiyun" panose="020B0400000000000000" pitchFamily="34" charset="-122"/>
                <a:cs typeface="Snap ITC" panose="020F0502020204030204" pitchFamily="34" charset="0"/>
              </a:rPr>
              <a:t>TodoCatalyst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8C8A1A3-55C0-A64D-A48C-346AAF599C51}"/>
              </a:ext>
            </a:extLst>
          </p:cNvPr>
          <p:cNvGrpSpPr/>
          <p:nvPr/>
        </p:nvGrpSpPr>
        <p:grpSpPr>
          <a:xfrm>
            <a:off x="2361326" y="2505099"/>
            <a:ext cx="1673797" cy="1673800"/>
            <a:chOff x="7085726" y="3093503"/>
            <a:chExt cx="1673797" cy="16738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7B5A911-4C23-1F44-BFCE-03B5F5EDE3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085726" y="3093503"/>
              <a:ext cx="1673797" cy="1673800"/>
              <a:chOff x="6638354" y="1255142"/>
              <a:chExt cx="1876996" cy="1876996"/>
            </a:xfrm>
          </p:grpSpPr>
          <p:pic>
            <p:nvPicPr>
              <p:cNvPr id="44" name="Graphic 43" descr="Tick with solid fill">
                <a:extLst>
                  <a:ext uri="{FF2B5EF4-FFF2-40B4-BE49-F238E27FC236}">
                    <a16:creationId xmlns:a16="http://schemas.microsoft.com/office/drawing/2014/main" id="{88818A40-B131-674A-A821-CE097FEAAE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187769" y="1286790"/>
                <a:ext cx="1060797" cy="998329"/>
              </a:xfrm>
              <a:prstGeom prst="rect">
                <a:avLst/>
              </a:prstGeom>
            </p:spPr>
          </p:pic>
          <p:grpSp>
            <p:nvGrpSpPr>
              <p:cNvPr id="3" name="Graphic 42" descr="Lightbulb with solid fill">
                <a:extLst>
                  <a:ext uri="{FF2B5EF4-FFF2-40B4-BE49-F238E27FC236}">
                    <a16:creationId xmlns:a16="http://schemas.microsoft.com/office/drawing/2014/main" id="{3AF3F987-50BA-C84E-AB32-938199C43292}"/>
                  </a:ext>
                </a:extLst>
              </p:cNvPr>
              <p:cNvGrpSpPr/>
              <p:nvPr/>
            </p:nvGrpSpPr>
            <p:grpSpPr>
              <a:xfrm>
                <a:off x="6638354" y="1255142"/>
                <a:ext cx="1876996" cy="1876996"/>
                <a:chOff x="6638354" y="1255142"/>
                <a:chExt cx="1876996" cy="1876996"/>
              </a:xfrm>
            </p:grpSpPr>
            <p:sp>
              <p:nvSpPr>
                <p:cNvPr id="5" name="Freeform 4">
                  <a:extLst>
                    <a:ext uri="{FF2B5EF4-FFF2-40B4-BE49-F238E27FC236}">
                      <a16:creationId xmlns:a16="http://schemas.microsoft.com/office/drawing/2014/main" id="{7F615634-3D70-2A48-A3E2-35BC5B33D2A2}"/>
                    </a:ext>
                  </a:extLst>
                </p:cNvPr>
                <p:cNvSpPr/>
                <p:nvPr/>
              </p:nvSpPr>
              <p:spPr>
                <a:xfrm>
                  <a:off x="7322675" y="2506472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" name="Freeform 6">
                  <a:extLst>
                    <a:ext uri="{FF2B5EF4-FFF2-40B4-BE49-F238E27FC236}">
                      <a16:creationId xmlns:a16="http://schemas.microsoft.com/office/drawing/2014/main" id="{1B66DC23-B6A7-E049-B0F4-CD22D3DE7E80}"/>
                    </a:ext>
                  </a:extLst>
                </p:cNvPr>
                <p:cNvSpPr/>
                <p:nvPr/>
              </p:nvSpPr>
              <p:spPr>
                <a:xfrm>
                  <a:off x="7322675" y="2701993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54A3E7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" name="Freeform 7">
                  <a:extLst>
                    <a:ext uri="{FF2B5EF4-FFF2-40B4-BE49-F238E27FC236}">
                      <a16:creationId xmlns:a16="http://schemas.microsoft.com/office/drawing/2014/main" id="{F7CAE467-38B7-FE45-84FA-B3FF76EEC9A2}"/>
                    </a:ext>
                  </a:extLst>
                </p:cNvPr>
                <p:cNvSpPr/>
                <p:nvPr/>
              </p:nvSpPr>
              <p:spPr>
                <a:xfrm>
                  <a:off x="7449763" y="2897513"/>
                  <a:ext cx="254176" cy="117312"/>
                </a:xfrm>
                <a:custGeom>
                  <a:avLst/>
                  <a:gdLst>
                    <a:gd name="connsiteX0" fmla="*/ 0 w 254176"/>
                    <a:gd name="connsiteY0" fmla="*/ 0 h 117312"/>
                    <a:gd name="connsiteX1" fmla="*/ 127088 w 254176"/>
                    <a:gd name="connsiteY1" fmla="*/ 117312 h 117312"/>
                    <a:gd name="connsiteX2" fmla="*/ 254177 w 254176"/>
                    <a:gd name="connsiteY2" fmla="*/ 0 h 117312"/>
                    <a:gd name="connsiteX3" fmla="*/ 0 w 254176"/>
                    <a:gd name="connsiteY3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4176" h="117312">
                      <a:moveTo>
                        <a:pt x="0" y="0"/>
                      </a:moveTo>
                      <a:cubicBezTo>
                        <a:pt x="5866" y="66477"/>
                        <a:pt x="60611" y="117312"/>
                        <a:pt x="127088" y="117312"/>
                      </a:cubicBezTo>
                      <a:cubicBezTo>
                        <a:pt x="193565" y="117312"/>
                        <a:pt x="248311" y="66477"/>
                        <a:pt x="25417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 12">
                  <a:extLst>
                    <a:ext uri="{FF2B5EF4-FFF2-40B4-BE49-F238E27FC236}">
                      <a16:creationId xmlns:a16="http://schemas.microsoft.com/office/drawing/2014/main" id="{B613282B-EF32-3F41-A5C0-03F57A41E3D4}"/>
                    </a:ext>
                  </a:extLst>
                </p:cNvPr>
                <p:cNvSpPr/>
                <p:nvPr/>
              </p:nvSpPr>
              <p:spPr>
                <a:xfrm>
                  <a:off x="7068498" y="1372454"/>
                  <a:ext cx="1016706" cy="1055810"/>
                </a:xfrm>
                <a:custGeom>
                  <a:avLst/>
                  <a:gdLst>
                    <a:gd name="connsiteX0" fmla="*/ 508353 w 1016706"/>
                    <a:gd name="connsiteY0" fmla="*/ 0 h 1055810"/>
                    <a:gd name="connsiteX1" fmla="*/ 508353 w 1016706"/>
                    <a:gd name="connsiteY1" fmla="*/ 0 h 1055810"/>
                    <a:gd name="connsiteX2" fmla="*/ 508353 w 1016706"/>
                    <a:gd name="connsiteY2" fmla="*/ 0 h 1055810"/>
                    <a:gd name="connsiteX3" fmla="*/ 0 w 1016706"/>
                    <a:gd name="connsiteY3" fmla="*/ 502488 h 1055810"/>
                    <a:gd name="connsiteX4" fmla="*/ 0 w 1016706"/>
                    <a:gd name="connsiteY4" fmla="*/ 520084 h 1055810"/>
                    <a:gd name="connsiteX5" fmla="*/ 35194 w 1016706"/>
                    <a:gd name="connsiteY5" fmla="*/ 696053 h 1055810"/>
                    <a:gd name="connsiteX6" fmla="*/ 123178 w 1016706"/>
                    <a:gd name="connsiteY6" fmla="*/ 840738 h 1055810"/>
                    <a:gd name="connsiteX7" fmla="*/ 242445 w 1016706"/>
                    <a:gd name="connsiteY7" fmla="*/ 1034303 h 1055810"/>
                    <a:gd name="connsiteX8" fmla="*/ 277639 w 1016706"/>
                    <a:gd name="connsiteY8" fmla="*/ 1055810 h 1055810"/>
                    <a:gd name="connsiteX9" fmla="*/ 739067 w 1016706"/>
                    <a:gd name="connsiteY9" fmla="*/ 1055810 h 1055810"/>
                    <a:gd name="connsiteX10" fmla="*/ 774261 w 1016706"/>
                    <a:gd name="connsiteY10" fmla="*/ 1034303 h 1055810"/>
                    <a:gd name="connsiteX11" fmla="*/ 893528 w 1016706"/>
                    <a:gd name="connsiteY11" fmla="*/ 840738 h 1055810"/>
                    <a:gd name="connsiteX12" fmla="*/ 981512 w 1016706"/>
                    <a:gd name="connsiteY12" fmla="*/ 696053 h 1055810"/>
                    <a:gd name="connsiteX13" fmla="*/ 1016706 w 1016706"/>
                    <a:gd name="connsiteY13" fmla="*/ 520084 h 1055810"/>
                    <a:gd name="connsiteX14" fmla="*/ 1016706 w 1016706"/>
                    <a:gd name="connsiteY14" fmla="*/ 502488 h 1055810"/>
                    <a:gd name="connsiteX15" fmla="*/ 508353 w 1016706"/>
                    <a:gd name="connsiteY15" fmla="*/ 0 h 1055810"/>
                    <a:gd name="connsiteX16" fmla="*/ 899394 w 1016706"/>
                    <a:gd name="connsiteY16" fmla="*/ 518129 h 1055810"/>
                    <a:gd name="connsiteX17" fmla="*/ 872021 w 1016706"/>
                    <a:gd name="connsiteY17" fmla="*/ 654993 h 1055810"/>
                    <a:gd name="connsiteX18" fmla="*/ 805544 w 1016706"/>
                    <a:gd name="connsiteY18" fmla="*/ 762530 h 1055810"/>
                    <a:gd name="connsiteX19" fmla="*/ 692142 w 1016706"/>
                    <a:gd name="connsiteY19" fmla="*/ 938498 h 1055810"/>
                    <a:gd name="connsiteX20" fmla="*/ 508353 w 1016706"/>
                    <a:gd name="connsiteY20" fmla="*/ 938498 h 1055810"/>
                    <a:gd name="connsiteX21" fmla="*/ 326519 w 1016706"/>
                    <a:gd name="connsiteY21" fmla="*/ 938498 h 1055810"/>
                    <a:gd name="connsiteX22" fmla="*/ 213117 w 1016706"/>
                    <a:gd name="connsiteY22" fmla="*/ 762530 h 1055810"/>
                    <a:gd name="connsiteX23" fmla="*/ 146640 w 1016706"/>
                    <a:gd name="connsiteY23" fmla="*/ 654993 h 1055810"/>
                    <a:gd name="connsiteX24" fmla="*/ 119267 w 1016706"/>
                    <a:gd name="connsiteY24" fmla="*/ 518129 h 1055810"/>
                    <a:gd name="connsiteX25" fmla="*/ 119267 w 1016706"/>
                    <a:gd name="connsiteY25" fmla="*/ 502488 h 1055810"/>
                    <a:gd name="connsiteX26" fmla="*/ 510308 w 1016706"/>
                    <a:gd name="connsiteY26" fmla="*/ 115357 h 1055810"/>
                    <a:gd name="connsiteX27" fmla="*/ 510308 w 1016706"/>
                    <a:gd name="connsiteY27" fmla="*/ 115357 h 1055810"/>
                    <a:gd name="connsiteX28" fmla="*/ 510308 w 1016706"/>
                    <a:gd name="connsiteY28" fmla="*/ 115357 h 1055810"/>
                    <a:gd name="connsiteX29" fmla="*/ 510308 w 1016706"/>
                    <a:gd name="connsiteY29" fmla="*/ 115357 h 1055810"/>
                    <a:gd name="connsiteX30" fmla="*/ 510308 w 1016706"/>
                    <a:gd name="connsiteY30" fmla="*/ 115357 h 1055810"/>
                    <a:gd name="connsiteX31" fmla="*/ 510308 w 1016706"/>
                    <a:gd name="connsiteY31" fmla="*/ 115357 h 1055810"/>
                    <a:gd name="connsiteX32" fmla="*/ 510308 w 1016706"/>
                    <a:gd name="connsiteY32" fmla="*/ 115357 h 1055810"/>
                    <a:gd name="connsiteX33" fmla="*/ 901349 w 1016706"/>
                    <a:gd name="connsiteY33" fmla="*/ 502488 h 1055810"/>
                    <a:gd name="connsiteX34" fmla="*/ 901349 w 1016706"/>
                    <a:gd name="connsiteY34" fmla="*/ 518129 h 105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16706" h="1055810">
                      <a:moveTo>
                        <a:pt x="508353" y="0"/>
                      </a:move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230714" y="1955"/>
                        <a:pt x="5866" y="224848"/>
                        <a:pt x="0" y="502488"/>
                      </a:cubicBezTo>
                      <a:lnTo>
                        <a:pt x="0" y="520084"/>
                      </a:lnTo>
                      <a:cubicBezTo>
                        <a:pt x="1955" y="580696"/>
                        <a:pt x="13686" y="639352"/>
                        <a:pt x="35194" y="696053"/>
                      </a:cubicBezTo>
                      <a:cubicBezTo>
                        <a:pt x="56701" y="748843"/>
                        <a:pt x="86029" y="797723"/>
                        <a:pt x="123178" y="840738"/>
                      </a:cubicBezTo>
                      <a:cubicBezTo>
                        <a:pt x="170103" y="891573"/>
                        <a:pt x="220938" y="991289"/>
                        <a:pt x="242445" y="1034303"/>
                      </a:cubicBezTo>
                      <a:cubicBezTo>
                        <a:pt x="248311" y="1047989"/>
                        <a:pt x="261997" y="1055810"/>
                        <a:pt x="277639" y="1055810"/>
                      </a:cubicBezTo>
                      <a:lnTo>
                        <a:pt x="739067" y="1055810"/>
                      </a:lnTo>
                      <a:cubicBezTo>
                        <a:pt x="754709" y="1055810"/>
                        <a:pt x="768395" y="1047989"/>
                        <a:pt x="774261" y="1034303"/>
                      </a:cubicBezTo>
                      <a:cubicBezTo>
                        <a:pt x="795768" y="991289"/>
                        <a:pt x="846603" y="891573"/>
                        <a:pt x="893528" y="840738"/>
                      </a:cubicBezTo>
                      <a:cubicBezTo>
                        <a:pt x="930677" y="797723"/>
                        <a:pt x="961960" y="748843"/>
                        <a:pt x="981512" y="696053"/>
                      </a:cubicBezTo>
                      <a:cubicBezTo>
                        <a:pt x="1003020" y="639352"/>
                        <a:pt x="1014751" y="580696"/>
                        <a:pt x="1016706" y="520084"/>
                      </a:cubicBezTo>
                      <a:lnTo>
                        <a:pt x="1016706" y="502488"/>
                      </a:lnTo>
                      <a:cubicBezTo>
                        <a:pt x="1010841" y="224848"/>
                        <a:pt x="785992" y="1955"/>
                        <a:pt x="508353" y="0"/>
                      </a:cubicBezTo>
                      <a:close/>
                      <a:moveTo>
                        <a:pt x="899394" y="518129"/>
                      </a:moveTo>
                      <a:cubicBezTo>
                        <a:pt x="897439" y="565054"/>
                        <a:pt x="887663" y="611979"/>
                        <a:pt x="872021" y="654993"/>
                      </a:cubicBezTo>
                      <a:cubicBezTo>
                        <a:pt x="856380" y="694098"/>
                        <a:pt x="834872" y="731246"/>
                        <a:pt x="805544" y="762530"/>
                      </a:cubicBezTo>
                      <a:cubicBezTo>
                        <a:pt x="760574" y="817275"/>
                        <a:pt x="721470" y="875931"/>
                        <a:pt x="692142" y="938498"/>
                      </a:cubicBezTo>
                      <a:lnTo>
                        <a:pt x="508353" y="938498"/>
                      </a:lnTo>
                      <a:lnTo>
                        <a:pt x="326519" y="938498"/>
                      </a:lnTo>
                      <a:cubicBezTo>
                        <a:pt x="295236" y="875931"/>
                        <a:pt x="256132" y="817275"/>
                        <a:pt x="213117" y="762530"/>
                      </a:cubicBezTo>
                      <a:cubicBezTo>
                        <a:pt x="185744" y="731246"/>
                        <a:pt x="162282" y="694098"/>
                        <a:pt x="146640" y="654993"/>
                      </a:cubicBezTo>
                      <a:cubicBezTo>
                        <a:pt x="129043" y="611979"/>
                        <a:pt x="121223" y="565054"/>
                        <a:pt x="119267" y="518129"/>
                      </a:cubicBezTo>
                      <a:lnTo>
                        <a:pt x="119267" y="502488"/>
                      </a:lnTo>
                      <a:cubicBezTo>
                        <a:pt x="123178" y="289370"/>
                        <a:pt x="297191" y="117312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510308" y="115357"/>
                        <a:pt x="510308" y="115357"/>
                        <a:pt x="510308" y="115357"/>
                      </a:cubicBezTo>
                      <a:cubicBezTo>
                        <a:pt x="510308" y="115357"/>
                        <a:pt x="510308" y="115357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723426" y="117312"/>
                        <a:pt x="897439" y="287415"/>
                        <a:pt x="901349" y="502488"/>
                      </a:cubicBezTo>
                      <a:lnTo>
                        <a:pt x="901349" y="518129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" name="Arc 1">
              <a:extLst>
                <a:ext uri="{FF2B5EF4-FFF2-40B4-BE49-F238E27FC236}">
                  <a16:creationId xmlns:a16="http://schemas.microsoft.com/office/drawing/2014/main" id="{7650DD4A-14A5-6F4B-9357-84FDB82F23FC}"/>
                </a:ext>
              </a:extLst>
            </p:cNvPr>
            <p:cNvSpPr/>
            <p:nvPr/>
          </p:nvSpPr>
          <p:spPr>
            <a:xfrm rot="2788187">
              <a:off x="7961612" y="3321493"/>
              <a:ext cx="501073" cy="248762"/>
            </a:xfrm>
            <a:prstGeom prst="arc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8BB6A5F4-D215-1C40-BBE8-DE44ACD1B092}"/>
                </a:ext>
              </a:extLst>
            </p:cNvPr>
            <p:cNvSpPr/>
            <p:nvPr/>
          </p:nvSpPr>
          <p:spPr>
            <a:xfrm rot="17464401">
              <a:off x="7469789" y="3527519"/>
              <a:ext cx="501073" cy="248762"/>
            </a:xfrm>
            <a:prstGeom prst="arc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870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3769530" y="2236123"/>
            <a:ext cx="94395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latin typeface="LilyUPC" panose="020B0604020202020204" pitchFamily="34" charset="0"/>
                <a:cs typeface="LilyUPC" panose="020B0604020202020204" pitchFamily="34" charset="0"/>
              </a:rPr>
              <a:t>TodoCatalyst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8C8A1A3-55C0-A64D-A48C-346AAF599C51}"/>
              </a:ext>
            </a:extLst>
          </p:cNvPr>
          <p:cNvGrpSpPr/>
          <p:nvPr/>
        </p:nvGrpSpPr>
        <p:grpSpPr>
          <a:xfrm>
            <a:off x="2361326" y="2505099"/>
            <a:ext cx="1673797" cy="1673800"/>
            <a:chOff x="7085726" y="3093503"/>
            <a:chExt cx="1673797" cy="16738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7B5A911-4C23-1F44-BFCE-03B5F5EDE3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085726" y="3093503"/>
              <a:ext cx="1673797" cy="1673800"/>
              <a:chOff x="6638354" y="1255142"/>
              <a:chExt cx="1876996" cy="1876996"/>
            </a:xfrm>
          </p:grpSpPr>
          <p:pic>
            <p:nvPicPr>
              <p:cNvPr id="44" name="Graphic 43" descr="Tick with solid fill">
                <a:extLst>
                  <a:ext uri="{FF2B5EF4-FFF2-40B4-BE49-F238E27FC236}">
                    <a16:creationId xmlns:a16="http://schemas.microsoft.com/office/drawing/2014/main" id="{88818A40-B131-674A-A821-CE097FEAAE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187769" y="1286790"/>
                <a:ext cx="1060797" cy="998329"/>
              </a:xfrm>
              <a:prstGeom prst="rect">
                <a:avLst/>
              </a:prstGeom>
            </p:spPr>
          </p:pic>
          <p:grpSp>
            <p:nvGrpSpPr>
              <p:cNvPr id="3" name="Graphic 42" descr="Lightbulb with solid fill">
                <a:extLst>
                  <a:ext uri="{FF2B5EF4-FFF2-40B4-BE49-F238E27FC236}">
                    <a16:creationId xmlns:a16="http://schemas.microsoft.com/office/drawing/2014/main" id="{3AF3F987-50BA-C84E-AB32-938199C43292}"/>
                  </a:ext>
                </a:extLst>
              </p:cNvPr>
              <p:cNvGrpSpPr/>
              <p:nvPr/>
            </p:nvGrpSpPr>
            <p:grpSpPr>
              <a:xfrm>
                <a:off x="6638354" y="1255142"/>
                <a:ext cx="1876996" cy="1876996"/>
                <a:chOff x="6638354" y="1255142"/>
                <a:chExt cx="1876996" cy="1876996"/>
              </a:xfrm>
            </p:grpSpPr>
            <p:sp>
              <p:nvSpPr>
                <p:cNvPr id="5" name="Freeform 4">
                  <a:extLst>
                    <a:ext uri="{FF2B5EF4-FFF2-40B4-BE49-F238E27FC236}">
                      <a16:creationId xmlns:a16="http://schemas.microsoft.com/office/drawing/2014/main" id="{7F615634-3D70-2A48-A3E2-35BC5B33D2A2}"/>
                    </a:ext>
                  </a:extLst>
                </p:cNvPr>
                <p:cNvSpPr/>
                <p:nvPr/>
              </p:nvSpPr>
              <p:spPr>
                <a:xfrm>
                  <a:off x="7322675" y="2506472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" name="Freeform 6">
                  <a:extLst>
                    <a:ext uri="{FF2B5EF4-FFF2-40B4-BE49-F238E27FC236}">
                      <a16:creationId xmlns:a16="http://schemas.microsoft.com/office/drawing/2014/main" id="{1B66DC23-B6A7-E049-B0F4-CD22D3DE7E80}"/>
                    </a:ext>
                  </a:extLst>
                </p:cNvPr>
                <p:cNvSpPr/>
                <p:nvPr/>
              </p:nvSpPr>
              <p:spPr>
                <a:xfrm>
                  <a:off x="7322675" y="2701993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" name="Freeform 7">
                  <a:extLst>
                    <a:ext uri="{FF2B5EF4-FFF2-40B4-BE49-F238E27FC236}">
                      <a16:creationId xmlns:a16="http://schemas.microsoft.com/office/drawing/2014/main" id="{F7CAE467-38B7-FE45-84FA-B3FF76EEC9A2}"/>
                    </a:ext>
                  </a:extLst>
                </p:cNvPr>
                <p:cNvSpPr/>
                <p:nvPr/>
              </p:nvSpPr>
              <p:spPr>
                <a:xfrm>
                  <a:off x="7449763" y="2897513"/>
                  <a:ext cx="254176" cy="117312"/>
                </a:xfrm>
                <a:custGeom>
                  <a:avLst/>
                  <a:gdLst>
                    <a:gd name="connsiteX0" fmla="*/ 0 w 254176"/>
                    <a:gd name="connsiteY0" fmla="*/ 0 h 117312"/>
                    <a:gd name="connsiteX1" fmla="*/ 127088 w 254176"/>
                    <a:gd name="connsiteY1" fmla="*/ 117312 h 117312"/>
                    <a:gd name="connsiteX2" fmla="*/ 254177 w 254176"/>
                    <a:gd name="connsiteY2" fmla="*/ 0 h 117312"/>
                    <a:gd name="connsiteX3" fmla="*/ 0 w 254176"/>
                    <a:gd name="connsiteY3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4176" h="117312">
                      <a:moveTo>
                        <a:pt x="0" y="0"/>
                      </a:moveTo>
                      <a:cubicBezTo>
                        <a:pt x="5866" y="66477"/>
                        <a:pt x="60611" y="117312"/>
                        <a:pt x="127088" y="117312"/>
                      </a:cubicBezTo>
                      <a:cubicBezTo>
                        <a:pt x="193565" y="117312"/>
                        <a:pt x="248311" y="66477"/>
                        <a:pt x="25417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 12">
                  <a:extLst>
                    <a:ext uri="{FF2B5EF4-FFF2-40B4-BE49-F238E27FC236}">
                      <a16:creationId xmlns:a16="http://schemas.microsoft.com/office/drawing/2014/main" id="{B613282B-EF32-3F41-A5C0-03F57A41E3D4}"/>
                    </a:ext>
                  </a:extLst>
                </p:cNvPr>
                <p:cNvSpPr/>
                <p:nvPr/>
              </p:nvSpPr>
              <p:spPr>
                <a:xfrm>
                  <a:off x="7068498" y="1372454"/>
                  <a:ext cx="1016706" cy="1055810"/>
                </a:xfrm>
                <a:custGeom>
                  <a:avLst/>
                  <a:gdLst>
                    <a:gd name="connsiteX0" fmla="*/ 508353 w 1016706"/>
                    <a:gd name="connsiteY0" fmla="*/ 0 h 1055810"/>
                    <a:gd name="connsiteX1" fmla="*/ 508353 w 1016706"/>
                    <a:gd name="connsiteY1" fmla="*/ 0 h 1055810"/>
                    <a:gd name="connsiteX2" fmla="*/ 508353 w 1016706"/>
                    <a:gd name="connsiteY2" fmla="*/ 0 h 1055810"/>
                    <a:gd name="connsiteX3" fmla="*/ 0 w 1016706"/>
                    <a:gd name="connsiteY3" fmla="*/ 502488 h 1055810"/>
                    <a:gd name="connsiteX4" fmla="*/ 0 w 1016706"/>
                    <a:gd name="connsiteY4" fmla="*/ 520084 h 1055810"/>
                    <a:gd name="connsiteX5" fmla="*/ 35194 w 1016706"/>
                    <a:gd name="connsiteY5" fmla="*/ 696053 h 1055810"/>
                    <a:gd name="connsiteX6" fmla="*/ 123178 w 1016706"/>
                    <a:gd name="connsiteY6" fmla="*/ 840738 h 1055810"/>
                    <a:gd name="connsiteX7" fmla="*/ 242445 w 1016706"/>
                    <a:gd name="connsiteY7" fmla="*/ 1034303 h 1055810"/>
                    <a:gd name="connsiteX8" fmla="*/ 277639 w 1016706"/>
                    <a:gd name="connsiteY8" fmla="*/ 1055810 h 1055810"/>
                    <a:gd name="connsiteX9" fmla="*/ 739067 w 1016706"/>
                    <a:gd name="connsiteY9" fmla="*/ 1055810 h 1055810"/>
                    <a:gd name="connsiteX10" fmla="*/ 774261 w 1016706"/>
                    <a:gd name="connsiteY10" fmla="*/ 1034303 h 1055810"/>
                    <a:gd name="connsiteX11" fmla="*/ 893528 w 1016706"/>
                    <a:gd name="connsiteY11" fmla="*/ 840738 h 1055810"/>
                    <a:gd name="connsiteX12" fmla="*/ 981512 w 1016706"/>
                    <a:gd name="connsiteY12" fmla="*/ 696053 h 1055810"/>
                    <a:gd name="connsiteX13" fmla="*/ 1016706 w 1016706"/>
                    <a:gd name="connsiteY13" fmla="*/ 520084 h 1055810"/>
                    <a:gd name="connsiteX14" fmla="*/ 1016706 w 1016706"/>
                    <a:gd name="connsiteY14" fmla="*/ 502488 h 1055810"/>
                    <a:gd name="connsiteX15" fmla="*/ 508353 w 1016706"/>
                    <a:gd name="connsiteY15" fmla="*/ 0 h 1055810"/>
                    <a:gd name="connsiteX16" fmla="*/ 899394 w 1016706"/>
                    <a:gd name="connsiteY16" fmla="*/ 518129 h 1055810"/>
                    <a:gd name="connsiteX17" fmla="*/ 872021 w 1016706"/>
                    <a:gd name="connsiteY17" fmla="*/ 654993 h 1055810"/>
                    <a:gd name="connsiteX18" fmla="*/ 805544 w 1016706"/>
                    <a:gd name="connsiteY18" fmla="*/ 762530 h 1055810"/>
                    <a:gd name="connsiteX19" fmla="*/ 692142 w 1016706"/>
                    <a:gd name="connsiteY19" fmla="*/ 938498 h 1055810"/>
                    <a:gd name="connsiteX20" fmla="*/ 508353 w 1016706"/>
                    <a:gd name="connsiteY20" fmla="*/ 938498 h 1055810"/>
                    <a:gd name="connsiteX21" fmla="*/ 326519 w 1016706"/>
                    <a:gd name="connsiteY21" fmla="*/ 938498 h 1055810"/>
                    <a:gd name="connsiteX22" fmla="*/ 213117 w 1016706"/>
                    <a:gd name="connsiteY22" fmla="*/ 762530 h 1055810"/>
                    <a:gd name="connsiteX23" fmla="*/ 146640 w 1016706"/>
                    <a:gd name="connsiteY23" fmla="*/ 654993 h 1055810"/>
                    <a:gd name="connsiteX24" fmla="*/ 119267 w 1016706"/>
                    <a:gd name="connsiteY24" fmla="*/ 518129 h 1055810"/>
                    <a:gd name="connsiteX25" fmla="*/ 119267 w 1016706"/>
                    <a:gd name="connsiteY25" fmla="*/ 502488 h 1055810"/>
                    <a:gd name="connsiteX26" fmla="*/ 510308 w 1016706"/>
                    <a:gd name="connsiteY26" fmla="*/ 115357 h 1055810"/>
                    <a:gd name="connsiteX27" fmla="*/ 510308 w 1016706"/>
                    <a:gd name="connsiteY27" fmla="*/ 115357 h 1055810"/>
                    <a:gd name="connsiteX28" fmla="*/ 510308 w 1016706"/>
                    <a:gd name="connsiteY28" fmla="*/ 115357 h 1055810"/>
                    <a:gd name="connsiteX29" fmla="*/ 510308 w 1016706"/>
                    <a:gd name="connsiteY29" fmla="*/ 115357 h 1055810"/>
                    <a:gd name="connsiteX30" fmla="*/ 510308 w 1016706"/>
                    <a:gd name="connsiteY30" fmla="*/ 115357 h 1055810"/>
                    <a:gd name="connsiteX31" fmla="*/ 510308 w 1016706"/>
                    <a:gd name="connsiteY31" fmla="*/ 115357 h 1055810"/>
                    <a:gd name="connsiteX32" fmla="*/ 510308 w 1016706"/>
                    <a:gd name="connsiteY32" fmla="*/ 115357 h 1055810"/>
                    <a:gd name="connsiteX33" fmla="*/ 901349 w 1016706"/>
                    <a:gd name="connsiteY33" fmla="*/ 502488 h 1055810"/>
                    <a:gd name="connsiteX34" fmla="*/ 901349 w 1016706"/>
                    <a:gd name="connsiteY34" fmla="*/ 518129 h 105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16706" h="1055810">
                      <a:moveTo>
                        <a:pt x="508353" y="0"/>
                      </a:move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230714" y="1955"/>
                        <a:pt x="5866" y="224848"/>
                        <a:pt x="0" y="502488"/>
                      </a:cubicBezTo>
                      <a:lnTo>
                        <a:pt x="0" y="520084"/>
                      </a:lnTo>
                      <a:cubicBezTo>
                        <a:pt x="1955" y="580696"/>
                        <a:pt x="13686" y="639352"/>
                        <a:pt x="35194" y="696053"/>
                      </a:cubicBezTo>
                      <a:cubicBezTo>
                        <a:pt x="56701" y="748843"/>
                        <a:pt x="86029" y="797723"/>
                        <a:pt x="123178" y="840738"/>
                      </a:cubicBezTo>
                      <a:cubicBezTo>
                        <a:pt x="170103" y="891573"/>
                        <a:pt x="220938" y="991289"/>
                        <a:pt x="242445" y="1034303"/>
                      </a:cubicBezTo>
                      <a:cubicBezTo>
                        <a:pt x="248311" y="1047989"/>
                        <a:pt x="261997" y="1055810"/>
                        <a:pt x="277639" y="1055810"/>
                      </a:cubicBezTo>
                      <a:lnTo>
                        <a:pt x="739067" y="1055810"/>
                      </a:lnTo>
                      <a:cubicBezTo>
                        <a:pt x="754709" y="1055810"/>
                        <a:pt x="768395" y="1047989"/>
                        <a:pt x="774261" y="1034303"/>
                      </a:cubicBezTo>
                      <a:cubicBezTo>
                        <a:pt x="795768" y="991289"/>
                        <a:pt x="846603" y="891573"/>
                        <a:pt x="893528" y="840738"/>
                      </a:cubicBezTo>
                      <a:cubicBezTo>
                        <a:pt x="930677" y="797723"/>
                        <a:pt x="961960" y="748843"/>
                        <a:pt x="981512" y="696053"/>
                      </a:cubicBezTo>
                      <a:cubicBezTo>
                        <a:pt x="1003020" y="639352"/>
                        <a:pt x="1014751" y="580696"/>
                        <a:pt x="1016706" y="520084"/>
                      </a:cubicBezTo>
                      <a:lnTo>
                        <a:pt x="1016706" y="502488"/>
                      </a:lnTo>
                      <a:cubicBezTo>
                        <a:pt x="1010841" y="224848"/>
                        <a:pt x="785992" y="1955"/>
                        <a:pt x="508353" y="0"/>
                      </a:cubicBezTo>
                      <a:close/>
                      <a:moveTo>
                        <a:pt x="899394" y="518129"/>
                      </a:moveTo>
                      <a:cubicBezTo>
                        <a:pt x="897439" y="565054"/>
                        <a:pt x="887663" y="611979"/>
                        <a:pt x="872021" y="654993"/>
                      </a:cubicBezTo>
                      <a:cubicBezTo>
                        <a:pt x="856380" y="694098"/>
                        <a:pt x="834872" y="731246"/>
                        <a:pt x="805544" y="762530"/>
                      </a:cubicBezTo>
                      <a:cubicBezTo>
                        <a:pt x="760574" y="817275"/>
                        <a:pt x="721470" y="875931"/>
                        <a:pt x="692142" y="938498"/>
                      </a:cubicBezTo>
                      <a:lnTo>
                        <a:pt x="508353" y="938498"/>
                      </a:lnTo>
                      <a:lnTo>
                        <a:pt x="326519" y="938498"/>
                      </a:lnTo>
                      <a:cubicBezTo>
                        <a:pt x="295236" y="875931"/>
                        <a:pt x="256132" y="817275"/>
                        <a:pt x="213117" y="762530"/>
                      </a:cubicBezTo>
                      <a:cubicBezTo>
                        <a:pt x="185744" y="731246"/>
                        <a:pt x="162282" y="694098"/>
                        <a:pt x="146640" y="654993"/>
                      </a:cubicBezTo>
                      <a:cubicBezTo>
                        <a:pt x="129043" y="611979"/>
                        <a:pt x="121223" y="565054"/>
                        <a:pt x="119267" y="518129"/>
                      </a:cubicBezTo>
                      <a:lnTo>
                        <a:pt x="119267" y="502488"/>
                      </a:lnTo>
                      <a:cubicBezTo>
                        <a:pt x="123178" y="289370"/>
                        <a:pt x="297191" y="117312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510308" y="115357"/>
                        <a:pt x="510308" y="115357"/>
                        <a:pt x="510308" y="115357"/>
                      </a:cubicBezTo>
                      <a:cubicBezTo>
                        <a:pt x="510308" y="115357"/>
                        <a:pt x="510308" y="115357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723426" y="117312"/>
                        <a:pt x="897439" y="287415"/>
                        <a:pt x="901349" y="502488"/>
                      </a:cubicBezTo>
                      <a:lnTo>
                        <a:pt x="901349" y="518129"/>
                      </a:lnTo>
                      <a:close/>
                    </a:path>
                  </a:pathLst>
                </a:custGeom>
                <a:solidFill>
                  <a:srgbClr val="00B0F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2" name="Arc 1">
              <a:extLst>
                <a:ext uri="{FF2B5EF4-FFF2-40B4-BE49-F238E27FC236}">
                  <a16:creationId xmlns:a16="http://schemas.microsoft.com/office/drawing/2014/main" id="{7650DD4A-14A5-6F4B-9357-84FDB82F23FC}"/>
                </a:ext>
              </a:extLst>
            </p:cNvPr>
            <p:cNvSpPr/>
            <p:nvPr/>
          </p:nvSpPr>
          <p:spPr>
            <a:xfrm rot="2788187">
              <a:off x="7961612" y="3321493"/>
              <a:ext cx="501073" cy="248762"/>
            </a:xfrm>
            <a:prstGeom prst="arc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8BB6A5F4-D215-1C40-BBE8-DE44ACD1B092}"/>
                </a:ext>
              </a:extLst>
            </p:cNvPr>
            <p:cNvSpPr/>
            <p:nvPr/>
          </p:nvSpPr>
          <p:spPr>
            <a:xfrm rot="17464401">
              <a:off x="7469789" y="3527519"/>
              <a:ext cx="501073" cy="248762"/>
            </a:xfrm>
            <a:prstGeom prst="arc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7824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3769530" y="2236123"/>
            <a:ext cx="94395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latin typeface="LilyUPC" panose="020B0604020202020204" pitchFamily="34" charset="0"/>
                <a:cs typeface="LilyUPC" panose="020B0604020202020204" pitchFamily="34" charset="0"/>
              </a:rPr>
              <a:t>TodoCatalyst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8C8A1A3-55C0-A64D-A48C-346AAF599C51}"/>
              </a:ext>
            </a:extLst>
          </p:cNvPr>
          <p:cNvGrpSpPr/>
          <p:nvPr/>
        </p:nvGrpSpPr>
        <p:grpSpPr>
          <a:xfrm>
            <a:off x="2361326" y="2505099"/>
            <a:ext cx="1673797" cy="1673800"/>
            <a:chOff x="7085726" y="3093503"/>
            <a:chExt cx="1673797" cy="16738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7B5A911-4C23-1F44-BFCE-03B5F5EDE3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085726" y="3093503"/>
              <a:ext cx="1673797" cy="1673800"/>
              <a:chOff x="6638354" y="1255142"/>
              <a:chExt cx="1876996" cy="1876996"/>
            </a:xfrm>
          </p:grpSpPr>
          <p:pic>
            <p:nvPicPr>
              <p:cNvPr id="44" name="Graphic 43" descr="Tick with solid fill">
                <a:extLst>
                  <a:ext uri="{FF2B5EF4-FFF2-40B4-BE49-F238E27FC236}">
                    <a16:creationId xmlns:a16="http://schemas.microsoft.com/office/drawing/2014/main" id="{88818A40-B131-674A-A821-CE097FEAAE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187769" y="1286790"/>
                <a:ext cx="1060797" cy="998329"/>
              </a:xfrm>
              <a:prstGeom prst="rect">
                <a:avLst/>
              </a:prstGeom>
            </p:spPr>
          </p:pic>
          <p:grpSp>
            <p:nvGrpSpPr>
              <p:cNvPr id="3" name="Graphic 42" descr="Lightbulb with solid fill">
                <a:extLst>
                  <a:ext uri="{FF2B5EF4-FFF2-40B4-BE49-F238E27FC236}">
                    <a16:creationId xmlns:a16="http://schemas.microsoft.com/office/drawing/2014/main" id="{3AF3F987-50BA-C84E-AB32-938199C43292}"/>
                  </a:ext>
                </a:extLst>
              </p:cNvPr>
              <p:cNvGrpSpPr/>
              <p:nvPr/>
            </p:nvGrpSpPr>
            <p:grpSpPr>
              <a:xfrm>
                <a:off x="6638354" y="1255142"/>
                <a:ext cx="1876996" cy="1876996"/>
                <a:chOff x="6638354" y="1255142"/>
                <a:chExt cx="1876996" cy="1876996"/>
              </a:xfrm>
            </p:grpSpPr>
            <p:sp>
              <p:nvSpPr>
                <p:cNvPr id="5" name="Freeform 4">
                  <a:extLst>
                    <a:ext uri="{FF2B5EF4-FFF2-40B4-BE49-F238E27FC236}">
                      <a16:creationId xmlns:a16="http://schemas.microsoft.com/office/drawing/2014/main" id="{7F615634-3D70-2A48-A3E2-35BC5B33D2A2}"/>
                    </a:ext>
                  </a:extLst>
                </p:cNvPr>
                <p:cNvSpPr/>
                <p:nvPr/>
              </p:nvSpPr>
              <p:spPr>
                <a:xfrm>
                  <a:off x="7322675" y="2506472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" name="Freeform 6">
                  <a:extLst>
                    <a:ext uri="{FF2B5EF4-FFF2-40B4-BE49-F238E27FC236}">
                      <a16:creationId xmlns:a16="http://schemas.microsoft.com/office/drawing/2014/main" id="{1B66DC23-B6A7-E049-B0F4-CD22D3DE7E80}"/>
                    </a:ext>
                  </a:extLst>
                </p:cNvPr>
                <p:cNvSpPr/>
                <p:nvPr/>
              </p:nvSpPr>
              <p:spPr>
                <a:xfrm>
                  <a:off x="7322675" y="2701993"/>
                  <a:ext cx="508353" cy="117312"/>
                </a:xfrm>
                <a:custGeom>
                  <a:avLst/>
                  <a:gdLst>
                    <a:gd name="connsiteX0" fmla="*/ 58656 w 508353"/>
                    <a:gd name="connsiteY0" fmla="*/ 0 h 117312"/>
                    <a:gd name="connsiteX1" fmla="*/ 449697 w 508353"/>
                    <a:gd name="connsiteY1" fmla="*/ 0 h 117312"/>
                    <a:gd name="connsiteX2" fmla="*/ 508353 w 508353"/>
                    <a:gd name="connsiteY2" fmla="*/ 58656 h 117312"/>
                    <a:gd name="connsiteX3" fmla="*/ 449697 w 508353"/>
                    <a:gd name="connsiteY3" fmla="*/ 117312 h 117312"/>
                    <a:gd name="connsiteX4" fmla="*/ 58656 w 508353"/>
                    <a:gd name="connsiteY4" fmla="*/ 117312 h 117312"/>
                    <a:gd name="connsiteX5" fmla="*/ 0 w 508353"/>
                    <a:gd name="connsiteY5" fmla="*/ 58656 h 117312"/>
                    <a:gd name="connsiteX6" fmla="*/ 58656 w 508353"/>
                    <a:gd name="connsiteY6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8353" h="117312">
                      <a:moveTo>
                        <a:pt x="58656" y="0"/>
                      </a:moveTo>
                      <a:lnTo>
                        <a:pt x="449697" y="0"/>
                      </a:lnTo>
                      <a:cubicBezTo>
                        <a:pt x="482935" y="0"/>
                        <a:pt x="508353" y="25418"/>
                        <a:pt x="508353" y="58656"/>
                      </a:cubicBezTo>
                      <a:cubicBezTo>
                        <a:pt x="508353" y="91895"/>
                        <a:pt x="482935" y="117312"/>
                        <a:pt x="449697" y="117312"/>
                      </a:cubicBezTo>
                      <a:lnTo>
                        <a:pt x="58656" y="117312"/>
                      </a:lnTo>
                      <a:cubicBezTo>
                        <a:pt x="25418" y="117312"/>
                        <a:pt x="0" y="91895"/>
                        <a:pt x="0" y="58656"/>
                      </a:cubicBezTo>
                      <a:cubicBezTo>
                        <a:pt x="0" y="25418"/>
                        <a:pt x="25418" y="0"/>
                        <a:pt x="58656" y="0"/>
                      </a:cubicBezTo>
                      <a:close/>
                    </a:path>
                  </a:pathLst>
                </a:custGeom>
                <a:solidFill>
                  <a:srgbClr val="54A3E7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" name="Freeform 7">
                  <a:extLst>
                    <a:ext uri="{FF2B5EF4-FFF2-40B4-BE49-F238E27FC236}">
                      <a16:creationId xmlns:a16="http://schemas.microsoft.com/office/drawing/2014/main" id="{F7CAE467-38B7-FE45-84FA-B3FF76EEC9A2}"/>
                    </a:ext>
                  </a:extLst>
                </p:cNvPr>
                <p:cNvSpPr/>
                <p:nvPr/>
              </p:nvSpPr>
              <p:spPr>
                <a:xfrm>
                  <a:off x="7449763" y="2897513"/>
                  <a:ext cx="254176" cy="117312"/>
                </a:xfrm>
                <a:custGeom>
                  <a:avLst/>
                  <a:gdLst>
                    <a:gd name="connsiteX0" fmla="*/ 0 w 254176"/>
                    <a:gd name="connsiteY0" fmla="*/ 0 h 117312"/>
                    <a:gd name="connsiteX1" fmla="*/ 127088 w 254176"/>
                    <a:gd name="connsiteY1" fmla="*/ 117312 h 117312"/>
                    <a:gd name="connsiteX2" fmla="*/ 254177 w 254176"/>
                    <a:gd name="connsiteY2" fmla="*/ 0 h 117312"/>
                    <a:gd name="connsiteX3" fmla="*/ 0 w 254176"/>
                    <a:gd name="connsiteY3" fmla="*/ 0 h 11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4176" h="117312">
                      <a:moveTo>
                        <a:pt x="0" y="0"/>
                      </a:moveTo>
                      <a:cubicBezTo>
                        <a:pt x="5866" y="66477"/>
                        <a:pt x="60611" y="117312"/>
                        <a:pt x="127088" y="117312"/>
                      </a:cubicBezTo>
                      <a:cubicBezTo>
                        <a:pt x="193565" y="117312"/>
                        <a:pt x="248311" y="66477"/>
                        <a:pt x="25417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 12">
                  <a:extLst>
                    <a:ext uri="{FF2B5EF4-FFF2-40B4-BE49-F238E27FC236}">
                      <a16:creationId xmlns:a16="http://schemas.microsoft.com/office/drawing/2014/main" id="{B613282B-EF32-3F41-A5C0-03F57A41E3D4}"/>
                    </a:ext>
                  </a:extLst>
                </p:cNvPr>
                <p:cNvSpPr/>
                <p:nvPr/>
              </p:nvSpPr>
              <p:spPr>
                <a:xfrm>
                  <a:off x="7068498" y="1372454"/>
                  <a:ext cx="1016706" cy="1055810"/>
                </a:xfrm>
                <a:custGeom>
                  <a:avLst/>
                  <a:gdLst>
                    <a:gd name="connsiteX0" fmla="*/ 508353 w 1016706"/>
                    <a:gd name="connsiteY0" fmla="*/ 0 h 1055810"/>
                    <a:gd name="connsiteX1" fmla="*/ 508353 w 1016706"/>
                    <a:gd name="connsiteY1" fmla="*/ 0 h 1055810"/>
                    <a:gd name="connsiteX2" fmla="*/ 508353 w 1016706"/>
                    <a:gd name="connsiteY2" fmla="*/ 0 h 1055810"/>
                    <a:gd name="connsiteX3" fmla="*/ 0 w 1016706"/>
                    <a:gd name="connsiteY3" fmla="*/ 502488 h 1055810"/>
                    <a:gd name="connsiteX4" fmla="*/ 0 w 1016706"/>
                    <a:gd name="connsiteY4" fmla="*/ 520084 h 1055810"/>
                    <a:gd name="connsiteX5" fmla="*/ 35194 w 1016706"/>
                    <a:gd name="connsiteY5" fmla="*/ 696053 h 1055810"/>
                    <a:gd name="connsiteX6" fmla="*/ 123178 w 1016706"/>
                    <a:gd name="connsiteY6" fmla="*/ 840738 h 1055810"/>
                    <a:gd name="connsiteX7" fmla="*/ 242445 w 1016706"/>
                    <a:gd name="connsiteY7" fmla="*/ 1034303 h 1055810"/>
                    <a:gd name="connsiteX8" fmla="*/ 277639 w 1016706"/>
                    <a:gd name="connsiteY8" fmla="*/ 1055810 h 1055810"/>
                    <a:gd name="connsiteX9" fmla="*/ 739067 w 1016706"/>
                    <a:gd name="connsiteY9" fmla="*/ 1055810 h 1055810"/>
                    <a:gd name="connsiteX10" fmla="*/ 774261 w 1016706"/>
                    <a:gd name="connsiteY10" fmla="*/ 1034303 h 1055810"/>
                    <a:gd name="connsiteX11" fmla="*/ 893528 w 1016706"/>
                    <a:gd name="connsiteY11" fmla="*/ 840738 h 1055810"/>
                    <a:gd name="connsiteX12" fmla="*/ 981512 w 1016706"/>
                    <a:gd name="connsiteY12" fmla="*/ 696053 h 1055810"/>
                    <a:gd name="connsiteX13" fmla="*/ 1016706 w 1016706"/>
                    <a:gd name="connsiteY13" fmla="*/ 520084 h 1055810"/>
                    <a:gd name="connsiteX14" fmla="*/ 1016706 w 1016706"/>
                    <a:gd name="connsiteY14" fmla="*/ 502488 h 1055810"/>
                    <a:gd name="connsiteX15" fmla="*/ 508353 w 1016706"/>
                    <a:gd name="connsiteY15" fmla="*/ 0 h 1055810"/>
                    <a:gd name="connsiteX16" fmla="*/ 899394 w 1016706"/>
                    <a:gd name="connsiteY16" fmla="*/ 518129 h 1055810"/>
                    <a:gd name="connsiteX17" fmla="*/ 872021 w 1016706"/>
                    <a:gd name="connsiteY17" fmla="*/ 654993 h 1055810"/>
                    <a:gd name="connsiteX18" fmla="*/ 805544 w 1016706"/>
                    <a:gd name="connsiteY18" fmla="*/ 762530 h 1055810"/>
                    <a:gd name="connsiteX19" fmla="*/ 692142 w 1016706"/>
                    <a:gd name="connsiteY19" fmla="*/ 938498 h 1055810"/>
                    <a:gd name="connsiteX20" fmla="*/ 508353 w 1016706"/>
                    <a:gd name="connsiteY20" fmla="*/ 938498 h 1055810"/>
                    <a:gd name="connsiteX21" fmla="*/ 326519 w 1016706"/>
                    <a:gd name="connsiteY21" fmla="*/ 938498 h 1055810"/>
                    <a:gd name="connsiteX22" fmla="*/ 213117 w 1016706"/>
                    <a:gd name="connsiteY22" fmla="*/ 762530 h 1055810"/>
                    <a:gd name="connsiteX23" fmla="*/ 146640 w 1016706"/>
                    <a:gd name="connsiteY23" fmla="*/ 654993 h 1055810"/>
                    <a:gd name="connsiteX24" fmla="*/ 119267 w 1016706"/>
                    <a:gd name="connsiteY24" fmla="*/ 518129 h 1055810"/>
                    <a:gd name="connsiteX25" fmla="*/ 119267 w 1016706"/>
                    <a:gd name="connsiteY25" fmla="*/ 502488 h 1055810"/>
                    <a:gd name="connsiteX26" fmla="*/ 510308 w 1016706"/>
                    <a:gd name="connsiteY26" fmla="*/ 115357 h 1055810"/>
                    <a:gd name="connsiteX27" fmla="*/ 510308 w 1016706"/>
                    <a:gd name="connsiteY27" fmla="*/ 115357 h 1055810"/>
                    <a:gd name="connsiteX28" fmla="*/ 510308 w 1016706"/>
                    <a:gd name="connsiteY28" fmla="*/ 115357 h 1055810"/>
                    <a:gd name="connsiteX29" fmla="*/ 510308 w 1016706"/>
                    <a:gd name="connsiteY29" fmla="*/ 115357 h 1055810"/>
                    <a:gd name="connsiteX30" fmla="*/ 510308 w 1016706"/>
                    <a:gd name="connsiteY30" fmla="*/ 115357 h 1055810"/>
                    <a:gd name="connsiteX31" fmla="*/ 510308 w 1016706"/>
                    <a:gd name="connsiteY31" fmla="*/ 115357 h 1055810"/>
                    <a:gd name="connsiteX32" fmla="*/ 510308 w 1016706"/>
                    <a:gd name="connsiteY32" fmla="*/ 115357 h 1055810"/>
                    <a:gd name="connsiteX33" fmla="*/ 901349 w 1016706"/>
                    <a:gd name="connsiteY33" fmla="*/ 502488 h 1055810"/>
                    <a:gd name="connsiteX34" fmla="*/ 901349 w 1016706"/>
                    <a:gd name="connsiteY34" fmla="*/ 518129 h 105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16706" h="1055810">
                      <a:moveTo>
                        <a:pt x="508353" y="0"/>
                      </a:move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508353" y="0"/>
                        <a:pt x="508353" y="0"/>
                        <a:pt x="508353" y="0"/>
                      </a:cubicBezTo>
                      <a:cubicBezTo>
                        <a:pt x="230714" y="1955"/>
                        <a:pt x="5866" y="224848"/>
                        <a:pt x="0" y="502488"/>
                      </a:cubicBezTo>
                      <a:lnTo>
                        <a:pt x="0" y="520084"/>
                      </a:lnTo>
                      <a:cubicBezTo>
                        <a:pt x="1955" y="580696"/>
                        <a:pt x="13686" y="639352"/>
                        <a:pt x="35194" y="696053"/>
                      </a:cubicBezTo>
                      <a:cubicBezTo>
                        <a:pt x="56701" y="748843"/>
                        <a:pt x="86029" y="797723"/>
                        <a:pt x="123178" y="840738"/>
                      </a:cubicBezTo>
                      <a:cubicBezTo>
                        <a:pt x="170103" y="891573"/>
                        <a:pt x="220938" y="991289"/>
                        <a:pt x="242445" y="1034303"/>
                      </a:cubicBezTo>
                      <a:cubicBezTo>
                        <a:pt x="248311" y="1047989"/>
                        <a:pt x="261997" y="1055810"/>
                        <a:pt x="277639" y="1055810"/>
                      </a:cubicBezTo>
                      <a:lnTo>
                        <a:pt x="739067" y="1055810"/>
                      </a:lnTo>
                      <a:cubicBezTo>
                        <a:pt x="754709" y="1055810"/>
                        <a:pt x="768395" y="1047989"/>
                        <a:pt x="774261" y="1034303"/>
                      </a:cubicBezTo>
                      <a:cubicBezTo>
                        <a:pt x="795768" y="991289"/>
                        <a:pt x="846603" y="891573"/>
                        <a:pt x="893528" y="840738"/>
                      </a:cubicBezTo>
                      <a:cubicBezTo>
                        <a:pt x="930677" y="797723"/>
                        <a:pt x="961960" y="748843"/>
                        <a:pt x="981512" y="696053"/>
                      </a:cubicBezTo>
                      <a:cubicBezTo>
                        <a:pt x="1003020" y="639352"/>
                        <a:pt x="1014751" y="580696"/>
                        <a:pt x="1016706" y="520084"/>
                      </a:cubicBezTo>
                      <a:lnTo>
                        <a:pt x="1016706" y="502488"/>
                      </a:lnTo>
                      <a:cubicBezTo>
                        <a:pt x="1010841" y="224848"/>
                        <a:pt x="785992" y="1955"/>
                        <a:pt x="508353" y="0"/>
                      </a:cubicBezTo>
                      <a:close/>
                      <a:moveTo>
                        <a:pt x="899394" y="518129"/>
                      </a:moveTo>
                      <a:cubicBezTo>
                        <a:pt x="897439" y="565054"/>
                        <a:pt x="887663" y="611979"/>
                        <a:pt x="872021" y="654993"/>
                      </a:cubicBezTo>
                      <a:cubicBezTo>
                        <a:pt x="856380" y="694098"/>
                        <a:pt x="834872" y="731246"/>
                        <a:pt x="805544" y="762530"/>
                      </a:cubicBezTo>
                      <a:cubicBezTo>
                        <a:pt x="760574" y="817275"/>
                        <a:pt x="721470" y="875931"/>
                        <a:pt x="692142" y="938498"/>
                      </a:cubicBezTo>
                      <a:lnTo>
                        <a:pt x="508353" y="938498"/>
                      </a:lnTo>
                      <a:lnTo>
                        <a:pt x="326519" y="938498"/>
                      </a:lnTo>
                      <a:cubicBezTo>
                        <a:pt x="295236" y="875931"/>
                        <a:pt x="256132" y="817275"/>
                        <a:pt x="213117" y="762530"/>
                      </a:cubicBezTo>
                      <a:cubicBezTo>
                        <a:pt x="185744" y="731246"/>
                        <a:pt x="162282" y="694098"/>
                        <a:pt x="146640" y="654993"/>
                      </a:cubicBezTo>
                      <a:cubicBezTo>
                        <a:pt x="129043" y="611979"/>
                        <a:pt x="121223" y="565054"/>
                        <a:pt x="119267" y="518129"/>
                      </a:cubicBezTo>
                      <a:lnTo>
                        <a:pt x="119267" y="502488"/>
                      </a:lnTo>
                      <a:cubicBezTo>
                        <a:pt x="123178" y="289370"/>
                        <a:pt x="297191" y="117312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510308" y="115357"/>
                        <a:pt x="510308" y="115357"/>
                        <a:pt x="510308" y="115357"/>
                      </a:cubicBezTo>
                      <a:cubicBezTo>
                        <a:pt x="510308" y="115357"/>
                        <a:pt x="510308" y="115357"/>
                        <a:pt x="510308" y="115357"/>
                      </a:cubicBezTo>
                      <a:lnTo>
                        <a:pt x="510308" y="115357"/>
                      </a:lnTo>
                      <a:lnTo>
                        <a:pt x="510308" y="115357"/>
                      </a:lnTo>
                      <a:cubicBezTo>
                        <a:pt x="723426" y="117312"/>
                        <a:pt x="897439" y="287415"/>
                        <a:pt x="901349" y="502488"/>
                      </a:cubicBezTo>
                      <a:lnTo>
                        <a:pt x="901349" y="518129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 w="17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" name="Arc 1">
              <a:extLst>
                <a:ext uri="{FF2B5EF4-FFF2-40B4-BE49-F238E27FC236}">
                  <a16:creationId xmlns:a16="http://schemas.microsoft.com/office/drawing/2014/main" id="{7650DD4A-14A5-6F4B-9357-84FDB82F23FC}"/>
                </a:ext>
              </a:extLst>
            </p:cNvPr>
            <p:cNvSpPr/>
            <p:nvPr/>
          </p:nvSpPr>
          <p:spPr>
            <a:xfrm rot="2788187">
              <a:off x="7961612" y="3321493"/>
              <a:ext cx="501073" cy="248762"/>
            </a:xfrm>
            <a:prstGeom prst="arc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8BB6A5F4-D215-1C40-BBE8-DE44ACD1B092}"/>
                </a:ext>
              </a:extLst>
            </p:cNvPr>
            <p:cNvSpPr/>
            <p:nvPr/>
          </p:nvSpPr>
          <p:spPr>
            <a:xfrm rot="17464401">
              <a:off x="7469789" y="3527519"/>
              <a:ext cx="501073" cy="248762"/>
            </a:xfrm>
            <a:prstGeom prst="arc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3033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CB666EB1-1515-9841-8EEF-E2218B68E3E1}"/>
              </a:ext>
            </a:extLst>
          </p:cNvPr>
          <p:cNvGrpSpPr>
            <a:grpSpLocks noChangeAspect="1"/>
          </p:cNvGrpSpPr>
          <p:nvPr/>
        </p:nvGrpSpPr>
        <p:grpSpPr>
          <a:xfrm>
            <a:off x="1345555" y="1118928"/>
            <a:ext cx="1673797" cy="1673797"/>
            <a:chOff x="6638354" y="1255142"/>
            <a:chExt cx="1876996" cy="1876996"/>
          </a:xfrm>
        </p:grpSpPr>
        <p:pic>
          <p:nvPicPr>
            <p:cNvPr id="18" name="Graphic 17" descr="Lightbulb with solid fill">
              <a:extLst>
                <a:ext uri="{FF2B5EF4-FFF2-40B4-BE49-F238E27FC236}">
                  <a16:creationId xmlns:a16="http://schemas.microsoft.com/office/drawing/2014/main" id="{B00EAEC3-0221-5043-B426-2CC43DABE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38354" y="1255142"/>
              <a:ext cx="1876996" cy="1876996"/>
            </a:xfrm>
            <a:prstGeom prst="rect">
              <a:avLst/>
            </a:prstGeom>
          </p:spPr>
        </p:pic>
        <p:pic>
          <p:nvPicPr>
            <p:cNvPr id="25" name="Graphic 24" descr="Tick with solid fill">
              <a:extLst>
                <a:ext uri="{FF2B5EF4-FFF2-40B4-BE49-F238E27FC236}">
                  <a16:creationId xmlns:a16="http://schemas.microsoft.com/office/drawing/2014/main" id="{1AE676B8-6D2E-844C-A266-94943ABFB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00307" y="1312737"/>
              <a:ext cx="914400" cy="914400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3002720" y="1232552"/>
            <a:ext cx="94395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latin typeface="LilyUPC" panose="020B0604020202020204" pitchFamily="34" charset="0"/>
                <a:cs typeface="LilyUPC" panose="020B0604020202020204" pitchFamily="34" charset="0"/>
              </a:rPr>
              <a:t>TodoCatalyst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1393033-2307-334A-886C-C46A3B7F5B17}"/>
              </a:ext>
            </a:extLst>
          </p:cNvPr>
          <p:cNvGrpSpPr>
            <a:grpSpLocks noChangeAspect="1"/>
          </p:cNvGrpSpPr>
          <p:nvPr/>
        </p:nvGrpSpPr>
        <p:grpSpPr>
          <a:xfrm>
            <a:off x="6639180" y="5031437"/>
            <a:ext cx="1188021" cy="1188021"/>
            <a:chOff x="6638354" y="1255142"/>
            <a:chExt cx="1876996" cy="1876996"/>
          </a:xfrm>
        </p:grpSpPr>
        <p:pic>
          <p:nvPicPr>
            <p:cNvPr id="30" name="Graphic 29" descr="Lightbulb with solid fill">
              <a:extLst>
                <a:ext uri="{FF2B5EF4-FFF2-40B4-BE49-F238E27FC236}">
                  <a16:creationId xmlns:a16="http://schemas.microsoft.com/office/drawing/2014/main" id="{BB76F68A-2557-4C43-9292-E73EF30C31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38354" y="1255142"/>
              <a:ext cx="1876996" cy="1876996"/>
            </a:xfrm>
            <a:prstGeom prst="rect">
              <a:avLst/>
            </a:prstGeom>
          </p:spPr>
        </p:pic>
        <p:pic>
          <p:nvPicPr>
            <p:cNvPr id="31" name="Graphic 30" descr="Tick with solid fill">
              <a:extLst>
                <a:ext uri="{FF2B5EF4-FFF2-40B4-BE49-F238E27FC236}">
                  <a16:creationId xmlns:a16="http://schemas.microsoft.com/office/drawing/2014/main" id="{EC55B50F-74AE-D147-8DB9-831D4B1AE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00307" y="1312737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1AD923A-E208-854D-9AE8-98C260138B49}"/>
              </a:ext>
            </a:extLst>
          </p:cNvPr>
          <p:cNvGrpSpPr>
            <a:grpSpLocks noChangeAspect="1"/>
          </p:cNvGrpSpPr>
          <p:nvPr/>
        </p:nvGrpSpPr>
        <p:grpSpPr>
          <a:xfrm>
            <a:off x="1212205" y="3800215"/>
            <a:ext cx="1673797" cy="1673797"/>
            <a:chOff x="6638354" y="1255142"/>
            <a:chExt cx="1876996" cy="1876996"/>
          </a:xfrm>
        </p:grpSpPr>
        <p:pic>
          <p:nvPicPr>
            <p:cNvPr id="28" name="Graphic 27" descr="Lightbulb with solid fill">
              <a:extLst>
                <a:ext uri="{FF2B5EF4-FFF2-40B4-BE49-F238E27FC236}">
                  <a16:creationId xmlns:a16="http://schemas.microsoft.com/office/drawing/2014/main" id="{D002B8C5-8E7A-1A40-936B-38FA366D7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38354" y="1255142"/>
              <a:ext cx="1876996" cy="1876996"/>
            </a:xfrm>
            <a:prstGeom prst="rect">
              <a:avLst/>
            </a:prstGeom>
          </p:spPr>
        </p:pic>
        <p:pic>
          <p:nvPicPr>
            <p:cNvPr id="32" name="Graphic 31" descr="Tick with solid fill">
              <a:extLst>
                <a:ext uri="{FF2B5EF4-FFF2-40B4-BE49-F238E27FC236}">
                  <a16:creationId xmlns:a16="http://schemas.microsoft.com/office/drawing/2014/main" id="{4FD46CCF-A2E6-BE41-89FC-7A348D0F8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36217" y="1344782"/>
              <a:ext cx="914400" cy="9144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19E4879-B9D6-E248-9DD8-F3D2F2BC27EF}"/>
              </a:ext>
            </a:extLst>
          </p:cNvPr>
          <p:cNvGrpSpPr>
            <a:grpSpLocks noChangeAspect="1"/>
          </p:cNvGrpSpPr>
          <p:nvPr/>
        </p:nvGrpSpPr>
        <p:grpSpPr>
          <a:xfrm>
            <a:off x="2889293" y="3930406"/>
            <a:ext cx="1673797" cy="1673797"/>
            <a:chOff x="6638354" y="1255142"/>
            <a:chExt cx="1876996" cy="1876996"/>
          </a:xfrm>
        </p:grpSpPr>
        <p:pic>
          <p:nvPicPr>
            <p:cNvPr id="34" name="Graphic 33" descr="Lightbulb with solid fill">
              <a:extLst>
                <a:ext uri="{FF2B5EF4-FFF2-40B4-BE49-F238E27FC236}">
                  <a16:creationId xmlns:a16="http://schemas.microsoft.com/office/drawing/2014/main" id="{6F5AA264-B725-9547-9842-1929B83F4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38354" y="1255142"/>
              <a:ext cx="1876996" cy="1876996"/>
            </a:xfrm>
            <a:prstGeom prst="rect">
              <a:avLst/>
            </a:prstGeom>
          </p:spPr>
        </p:pic>
        <p:pic>
          <p:nvPicPr>
            <p:cNvPr id="35" name="Graphic 34" descr="Tick with solid fill">
              <a:extLst>
                <a:ext uri="{FF2B5EF4-FFF2-40B4-BE49-F238E27FC236}">
                  <a16:creationId xmlns:a16="http://schemas.microsoft.com/office/drawing/2014/main" id="{748FC967-3918-1C40-9569-D29612107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36217" y="1296715"/>
              <a:ext cx="914400" cy="91440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698D418-6961-DB49-B7CD-4E423D664AE6}"/>
              </a:ext>
            </a:extLst>
          </p:cNvPr>
          <p:cNvGrpSpPr>
            <a:grpSpLocks noChangeAspect="1"/>
          </p:cNvGrpSpPr>
          <p:nvPr/>
        </p:nvGrpSpPr>
        <p:grpSpPr>
          <a:xfrm>
            <a:off x="4237842" y="3753141"/>
            <a:ext cx="1673797" cy="1851061"/>
            <a:chOff x="6638354" y="1056358"/>
            <a:chExt cx="1876996" cy="2075780"/>
          </a:xfrm>
        </p:grpSpPr>
        <p:pic>
          <p:nvPicPr>
            <p:cNvPr id="37" name="Graphic 36" descr="Lightbulb with solid fill">
              <a:extLst>
                <a:ext uri="{FF2B5EF4-FFF2-40B4-BE49-F238E27FC236}">
                  <a16:creationId xmlns:a16="http://schemas.microsoft.com/office/drawing/2014/main" id="{2D8BAA1C-1658-3F49-B3C5-0E4F0B233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38354" y="1255142"/>
              <a:ext cx="1876996" cy="1876996"/>
            </a:xfrm>
            <a:prstGeom prst="rect">
              <a:avLst/>
            </a:prstGeom>
          </p:spPr>
        </p:pic>
        <p:pic>
          <p:nvPicPr>
            <p:cNvPr id="38" name="Graphic 37" descr="Tick with solid fill">
              <a:extLst>
                <a:ext uri="{FF2B5EF4-FFF2-40B4-BE49-F238E27FC236}">
                  <a16:creationId xmlns:a16="http://schemas.microsoft.com/office/drawing/2014/main" id="{A1C2F08D-FE16-C346-9F40-E5BFDBCA6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56104" y="1056358"/>
              <a:ext cx="1138735" cy="1138735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B880A8B-356F-9949-B35E-A0CC01AB655A}"/>
              </a:ext>
            </a:extLst>
          </p:cNvPr>
          <p:cNvGrpSpPr>
            <a:grpSpLocks noChangeAspect="1"/>
          </p:cNvGrpSpPr>
          <p:nvPr/>
        </p:nvGrpSpPr>
        <p:grpSpPr>
          <a:xfrm>
            <a:off x="5673737" y="3133474"/>
            <a:ext cx="1673797" cy="1722469"/>
            <a:chOff x="6638354" y="1200565"/>
            <a:chExt cx="1876996" cy="1931573"/>
          </a:xfrm>
        </p:grpSpPr>
        <p:pic>
          <p:nvPicPr>
            <p:cNvPr id="40" name="Graphic 39" descr="Lightbulb with solid fill">
              <a:extLst>
                <a:ext uri="{FF2B5EF4-FFF2-40B4-BE49-F238E27FC236}">
                  <a16:creationId xmlns:a16="http://schemas.microsoft.com/office/drawing/2014/main" id="{934A5B87-6509-974A-A29B-BDFFA3ABB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38354" y="1255142"/>
              <a:ext cx="1876996" cy="1876996"/>
            </a:xfrm>
            <a:prstGeom prst="rect">
              <a:avLst/>
            </a:prstGeom>
          </p:spPr>
        </p:pic>
        <p:pic>
          <p:nvPicPr>
            <p:cNvPr id="41" name="Graphic 40" descr="Tick with solid fill">
              <a:extLst>
                <a:ext uri="{FF2B5EF4-FFF2-40B4-BE49-F238E27FC236}">
                  <a16:creationId xmlns:a16="http://schemas.microsoft.com/office/drawing/2014/main" id="{29C67229-A02F-2844-B820-2D9BBC3EC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92013" y="1200565"/>
              <a:ext cx="1293341" cy="1138734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7B5A911-4C23-1F44-BFCE-03B5F5EDE3C5}"/>
              </a:ext>
            </a:extLst>
          </p:cNvPr>
          <p:cNvGrpSpPr>
            <a:grpSpLocks noChangeAspect="1"/>
          </p:cNvGrpSpPr>
          <p:nvPr/>
        </p:nvGrpSpPr>
        <p:grpSpPr>
          <a:xfrm>
            <a:off x="7085726" y="3093503"/>
            <a:ext cx="1673797" cy="1673800"/>
            <a:chOff x="6638354" y="1255142"/>
            <a:chExt cx="1876996" cy="1876996"/>
          </a:xfrm>
        </p:grpSpPr>
        <p:pic>
          <p:nvPicPr>
            <p:cNvPr id="44" name="Graphic 43" descr="Tick with solid fill">
              <a:extLst>
                <a:ext uri="{FF2B5EF4-FFF2-40B4-BE49-F238E27FC236}">
                  <a16:creationId xmlns:a16="http://schemas.microsoft.com/office/drawing/2014/main" id="{88818A40-B131-674A-A821-CE097FEAA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87769" y="1286790"/>
              <a:ext cx="1060797" cy="998329"/>
            </a:xfrm>
            <a:prstGeom prst="rect">
              <a:avLst/>
            </a:prstGeom>
          </p:spPr>
        </p:pic>
        <p:grpSp>
          <p:nvGrpSpPr>
            <p:cNvPr id="3" name="Graphic 42" descr="Lightbulb with solid fill">
              <a:extLst>
                <a:ext uri="{FF2B5EF4-FFF2-40B4-BE49-F238E27FC236}">
                  <a16:creationId xmlns:a16="http://schemas.microsoft.com/office/drawing/2014/main" id="{3AF3F987-50BA-C84E-AB32-938199C43292}"/>
                </a:ext>
              </a:extLst>
            </p:cNvPr>
            <p:cNvGrpSpPr/>
            <p:nvPr/>
          </p:nvGrpSpPr>
          <p:grpSpPr>
            <a:xfrm>
              <a:off x="6638354" y="1255142"/>
              <a:ext cx="1876996" cy="1876996"/>
              <a:chOff x="6638354" y="1255142"/>
              <a:chExt cx="1876996" cy="1876996"/>
            </a:xfrm>
          </p:grpSpPr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7F615634-3D70-2A48-A3E2-35BC5B33D2A2}"/>
                  </a:ext>
                </a:extLst>
              </p:cNvPr>
              <p:cNvSpPr/>
              <p:nvPr/>
            </p:nvSpPr>
            <p:spPr>
              <a:xfrm>
                <a:off x="7322675" y="2506472"/>
                <a:ext cx="508353" cy="117312"/>
              </a:xfrm>
              <a:custGeom>
                <a:avLst/>
                <a:gdLst>
                  <a:gd name="connsiteX0" fmla="*/ 58656 w 508353"/>
                  <a:gd name="connsiteY0" fmla="*/ 0 h 117312"/>
                  <a:gd name="connsiteX1" fmla="*/ 449697 w 508353"/>
                  <a:gd name="connsiteY1" fmla="*/ 0 h 117312"/>
                  <a:gd name="connsiteX2" fmla="*/ 508353 w 508353"/>
                  <a:gd name="connsiteY2" fmla="*/ 58656 h 117312"/>
                  <a:gd name="connsiteX3" fmla="*/ 449697 w 508353"/>
                  <a:gd name="connsiteY3" fmla="*/ 117312 h 117312"/>
                  <a:gd name="connsiteX4" fmla="*/ 58656 w 508353"/>
                  <a:gd name="connsiteY4" fmla="*/ 117312 h 117312"/>
                  <a:gd name="connsiteX5" fmla="*/ 0 w 508353"/>
                  <a:gd name="connsiteY5" fmla="*/ 58656 h 117312"/>
                  <a:gd name="connsiteX6" fmla="*/ 58656 w 508353"/>
                  <a:gd name="connsiteY6" fmla="*/ 0 h 117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08353" h="117312">
                    <a:moveTo>
                      <a:pt x="58656" y="0"/>
                    </a:moveTo>
                    <a:lnTo>
                      <a:pt x="449697" y="0"/>
                    </a:lnTo>
                    <a:cubicBezTo>
                      <a:pt x="482935" y="0"/>
                      <a:pt x="508353" y="25418"/>
                      <a:pt x="508353" y="58656"/>
                    </a:cubicBezTo>
                    <a:cubicBezTo>
                      <a:pt x="508353" y="91895"/>
                      <a:pt x="482935" y="117312"/>
                      <a:pt x="449697" y="117312"/>
                    </a:cubicBezTo>
                    <a:lnTo>
                      <a:pt x="58656" y="117312"/>
                    </a:lnTo>
                    <a:cubicBezTo>
                      <a:pt x="25418" y="117312"/>
                      <a:pt x="0" y="91895"/>
                      <a:pt x="0" y="58656"/>
                    </a:cubicBezTo>
                    <a:cubicBezTo>
                      <a:pt x="0" y="25418"/>
                      <a:pt x="25418" y="0"/>
                      <a:pt x="58656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173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1B66DC23-B6A7-E049-B0F4-CD22D3DE7E80}"/>
                  </a:ext>
                </a:extLst>
              </p:cNvPr>
              <p:cNvSpPr/>
              <p:nvPr/>
            </p:nvSpPr>
            <p:spPr>
              <a:xfrm>
                <a:off x="7322675" y="2701993"/>
                <a:ext cx="508353" cy="117312"/>
              </a:xfrm>
              <a:custGeom>
                <a:avLst/>
                <a:gdLst>
                  <a:gd name="connsiteX0" fmla="*/ 58656 w 508353"/>
                  <a:gd name="connsiteY0" fmla="*/ 0 h 117312"/>
                  <a:gd name="connsiteX1" fmla="*/ 449697 w 508353"/>
                  <a:gd name="connsiteY1" fmla="*/ 0 h 117312"/>
                  <a:gd name="connsiteX2" fmla="*/ 508353 w 508353"/>
                  <a:gd name="connsiteY2" fmla="*/ 58656 h 117312"/>
                  <a:gd name="connsiteX3" fmla="*/ 449697 w 508353"/>
                  <a:gd name="connsiteY3" fmla="*/ 117312 h 117312"/>
                  <a:gd name="connsiteX4" fmla="*/ 58656 w 508353"/>
                  <a:gd name="connsiteY4" fmla="*/ 117312 h 117312"/>
                  <a:gd name="connsiteX5" fmla="*/ 0 w 508353"/>
                  <a:gd name="connsiteY5" fmla="*/ 58656 h 117312"/>
                  <a:gd name="connsiteX6" fmla="*/ 58656 w 508353"/>
                  <a:gd name="connsiteY6" fmla="*/ 0 h 117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08353" h="117312">
                    <a:moveTo>
                      <a:pt x="58656" y="0"/>
                    </a:moveTo>
                    <a:lnTo>
                      <a:pt x="449697" y="0"/>
                    </a:lnTo>
                    <a:cubicBezTo>
                      <a:pt x="482935" y="0"/>
                      <a:pt x="508353" y="25418"/>
                      <a:pt x="508353" y="58656"/>
                    </a:cubicBezTo>
                    <a:cubicBezTo>
                      <a:pt x="508353" y="91895"/>
                      <a:pt x="482935" y="117312"/>
                      <a:pt x="449697" y="117312"/>
                    </a:cubicBezTo>
                    <a:lnTo>
                      <a:pt x="58656" y="117312"/>
                    </a:lnTo>
                    <a:cubicBezTo>
                      <a:pt x="25418" y="117312"/>
                      <a:pt x="0" y="91895"/>
                      <a:pt x="0" y="58656"/>
                    </a:cubicBezTo>
                    <a:cubicBezTo>
                      <a:pt x="0" y="25418"/>
                      <a:pt x="25418" y="0"/>
                      <a:pt x="58656" y="0"/>
                    </a:cubicBezTo>
                    <a:close/>
                  </a:path>
                </a:pathLst>
              </a:custGeom>
              <a:solidFill>
                <a:srgbClr val="54A3E7"/>
              </a:solidFill>
              <a:ln w="173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F7CAE467-38B7-FE45-84FA-B3FF76EEC9A2}"/>
                  </a:ext>
                </a:extLst>
              </p:cNvPr>
              <p:cNvSpPr/>
              <p:nvPr/>
            </p:nvSpPr>
            <p:spPr>
              <a:xfrm>
                <a:off x="7449763" y="2897513"/>
                <a:ext cx="254176" cy="117312"/>
              </a:xfrm>
              <a:custGeom>
                <a:avLst/>
                <a:gdLst>
                  <a:gd name="connsiteX0" fmla="*/ 0 w 254176"/>
                  <a:gd name="connsiteY0" fmla="*/ 0 h 117312"/>
                  <a:gd name="connsiteX1" fmla="*/ 127088 w 254176"/>
                  <a:gd name="connsiteY1" fmla="*/ 117312 h 117312"/>
                  <a:gd name="connsiteX2" fmla="*/ 254177 w 254176"/>
                  <a:gd name="connsiteY2" fmla="*/ 0 h 117312"/>
                  <a:gd name="connsiteX3" fmla="*/ 0 w 254176"/>
                  <a:gd name="connsiteY3" fmla="*/ 0 h 117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176" h="117312">
                    <a:moveTo>
                      <a:pt x="0" y="0"/>
                    </a:moveTo>
                    <a:cubicBezTo>
                      <a:pt x="5866" y="66477"/>
                      <a:pt x="60611" y="117312"/>
                      <a:pt x="127088" y="117312"/>
                    </a:cubicBezTo>
                    <a:cubicBezTo>
                      <a:pt x="193565" y="117312"/>
                      <a:pt x="248311" y="66477"/>
                      <a:pt x="25417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0F0"/>
              </a:solidFill>
              <a:ln w="173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613282B-EF32-3F41-A5C0-03F57A41E3D4}"/>
                  </a:ext>
                </a:extLst>
              </p:cNvPr>
              <p:cNvSpPr/>
              <p:nvPr/>
            </p:nvSpPr>
            <p:spPr>
              <a:xfrm>
                <a:off x="7068498" y="1372454"/>
                <a:ext cx="1016706" cy="1055810"/>
              </a:xfrm>
              <a:custGeom>
                <a:avLst/>
                <a:gdLst>
                  <a:gd name="connsiteX0" fmla="*/ 508353 w 1016706"/>
                  <a:gd name="connsiteY0" fmla="*/ 0 h 1055810"/>
                  <a:gd name="connsiteX1" fmla="*/ 508353 w 1016706"/>
                  <a:gd name="connsiteY1" fmla="*/ 0 h 1055810"/>
                  <a:gd name="connsiteX2" fmla="*/ 508353 w 1016706"/>
                  <a:gd name="connsiteY2" fmla="*/ 0 h 1055810"/>
                  <a:gd name="connsiteX3" fmla="*/ 0 w 1016706"/>
                  <a:gd name="connsiteY3" fmla="*/ 502488 h 1055810"/>
                  <a:gd name="connsiteX4" fmla="*/ 0 w 1016706"/>
                  <a:gd name="connsiteY4" fmla="*/ 520084 h 1055810"/>
                  <a:gd name="connsiteX5" fmla="*/ 35194 w 1016706"/>
                  <a:gd name="connsiteY5" fmla="*/ 696053 h 1055810"/>
                  <a:gd name="connsiteX6" fmla="*/ 123178 w 1016706"/>
                  <a:gd name="connsiteY6" fmla="*/ 840738 h 1055810"/>
                  <a:gd name="connsiteX7" fmla="*/ 242445 w 1016706"/>
                  <a:gd name="connsiteY7" fmla="*/ 1034303 h 1055810"/>
                  <a:gd name="connsiteX8" fmla="*/ 277639 w 1016706"/>
                  <a:gd name="connsiteY8" fmla="*/ 1055810 h 1055810"/>
                  <a:gd name="connsiteX9" fmla="*/ 739067 w 1016706"/>
                  <a:gd name="connsiteY9" fmla="*/ 1055810 h 1055810"/>
                  <a:gd name="connsiteX10" fmla="*/ 774261 w 1016706"/>
                  <a:gd name="connsiteY10" fmla="*/ 1034303 h 1055810"/>
                  <a:gd name="connsiteX11" fmla="*/ 893528 w 1016706"/>
                  <a:gd name="connsiteY11" fmla="*/ 840738 h 1055810"/>
                  <a:gd name="connsiteX12" fmla="*/ 981512 w 1016706"/>
                  <a:gd name="connsiteY12" fmla="*/ 696053 h 1055810"/>
                  <a:gd name="connsiteX13" fmla="*/ 1016706 w 1016706"/>
                  <a:gd name="connsiteY13" fmla="*/ 520084 h 1055810"/>
                  <a:gd name="connsiteX14" fmla="*/ 1016706 w 1016706"/>
                  <a:gd name="connsiteY14" fmla="*/ 502488 h 1055810"/>
                  <a:gd name="connsiteX15" fmla="*/ 508353 w 1016706"/>
                  <a:gd name="connsiteY15" fmla="*/ 0 h 1055810"/>
                  <a:gd name="connsiteX16" fmla="*/ 899394 w 1016706"/>
                  <a:gd name="connsiteY16" fmla="*/ 518129 h 1055810"/>
                  <a:gd name="connsiteX17" fmla="*/ 872021 w 1016706"/>
                  <a:gd name="connsiteY17" fmla="*/ 654993 h 1055810"/>
                  <a:gd name="connsiteX18" fmla="*/ 805544 w 1016706"/>
                  <a:gd name="connsiteY18" fmla="*/ 762530 h 1055810"/>
                  <a:gd name="connsiteX19" fmla="*/ 692142 w 1016706"/>
                  <a:gd name="connsiteY19" fmla="*/ 938498 h 1055810"/>
                  <a:gd name="connsiteX20" fmla="*/ 508353 w 1016706"/>
                  <a:gd name="connsiteY20" fmla="*/ 938498 h 1055810"/>
                  <a:gd name="connsiteX21" fmla="*/ 326519 w 1016706"/>
                  <a:gd name="connsiteY21" fmla="*/ 938498 h 1055810"/>
                  <a:gd name="connsiteX22" fmla="*/ 213117 w 1016706"/>
                  <a:gd name="connsiteY22" fmla="*/ 762530 h 1055810"/>
                  <a:gd name="connsiteX23" fmla="*/ 146640 w 1016706"/>
                  <a:gd name="connsiteY23" fmla="*/ 654993 h 1055810"/>
                  <a:gd name="connsiteX24" fmla="*/ 119267 w 1016706"/>
                  <a:gd name="connsiteY24" fmla="*/ 518129 h 1055810"/>
                  <a:gd name="connsiteX25" fmla="*/ 119267 w 1016706"/>
                  <a:gd name="connsiteY25" fmla="*/ 502488 h 1055810"/>
                  <a:gd name="connsiteX26" fmla="*/ 510308 w 1016706"/>
                  <a:gd name="connsiteY26" fmla="*/ 115357 h 1055810"/>
                  <a:gd name="connsiteX27" fmla="*/ 510308 w 1016706"/>
                  <a:gd name="connsiteY27" fmla="*/ 115357 h 1055810"/>
                  <a:gd name="connsiteX28" fmla="*/ 510308 w 1016706"/>
                  <a:gd name="connsiteY28" fmla="*/ 115357 h 1055810"/>
                  <a:gd name="connsiteX29" fmla="*/ 510308 w 1016706"/>
                  <a:gd name="connsiteY29" fmla="*/ 115357 h 1055810"/>
                  <a:gd name="connsiteX30" fmla="*/ 510308 w 1016706"/>
                  <a:gd name="connsiteY30" fmla="*/ 115357 h 1055810"/>
                  <a:gd name="connsiteX31" fmla="*/ 510308 w 1016706"/>
                  <a:gd name="connsiteY31" fmla="*/ 115357 h 1055810"/>
                  <a:gd name="connsiteX32" fmla="*/ 510308 w 1016706"/>
                  <a:gd name="connsiteY32" fmla="*/ 115357 h 1055810"/>
                  <a:gd name="connsiteX33" fmla="*/ 901349 w 1016706"/>
                  <a:gd name="connsiteY33" fmla="*/ 502488 h 1055810"/>
                  <a:gd name="connsiteX34" fmla="*/ 901349 w 1016706"/>
                  <a:gd name="connsiteY34" fmla="*/ 518129 h 1055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016706" h="1055810">
                    <a:moveTo>
                      <a:pt x="508353" y="0"/>
                    </a:moveTo>
                    <a:cubicBezTo>
                      <a:pt x="508353" y="0"/>
                      <a:pt x="508353" y="0"/>
                      <a:pt x="508353" y="0"/>
                    </a:cubicBezTo>
                    <a:cubicBezTo>
                      <a:pt x="508353" y="0"/>
                      <a:pt x="508353" y="0"/>
                      <a:pt x="508353" y="0"/>
                    </a:cubicBezTo>
                    <a:cubicBezTo>
                      <a:pt x="230714" y="1955"/>
                      <a:pt x="5866" y="224848"/>
                      <a:pt x="0" y="502488"/>
                    </a:cubicBezTo>
                    <a:lnTo>
                      <a:pt x="0" y="520084"/>
                    </a:lnTo>
                    <a:cubicBezTo>
                      <a:pt x="1955" y="580696"/>
                      <a:pt x="13686" y="639352"/>
                      <a:pt x="35194" y="696053"/>
                    </a:cubicBezTo>
                    <a:cubicBezTo>
                      <a:pt x="56701" y="748843"/>
                      <a:pt x="86029" y="797723"/>
                      <a:pt x="123178" y="840738"/>
                    </a:cubicBezTo>
                    <a:cubicBezTo>
                      <a:pt x="170103" y="891573"/>
                      <a:pt x="220938" y="991289"/>
                      <a:pt x="242445" y="1034303"/>
                    </a:cubicBezTo>
                    <a:cubicBezTo>
                      <a:pt x="248311" y="1047989"/>
                      <a:pt x="261997" y="1055810"/>
                      <a:pt x="277639" y="1055810"/>
                    </a:cubicBezTo>
                    <a:lnTo>
                      <a:pt x="739067" y="1055810"/>
                    </a:lnTo>
                    <a:cubicBezTo>
                      <a:pt x="754709" y="1055810"/>
                      <a:pt x="768395" y="1047989"/>
                      <a:pt x="774261" y="1034303"/>
                    </a:cubicBezTo>
                    <a:cubicBezTo>
                      <a:pt x="795768" y="991289"/>
                      <a:pt x="846603" y="891573"/>
                      <a:pt x="893528" y="840738"/>
                    </a:cubicBezTo>
                    <a:cubicBezTo>
                      <a:pt x="930677" y="797723"/>
                      <a:pt x="961960" y="748843"/>
                      <a:pt x="981512" y="696053"/>
                    </a:cubicBezTo>
                    <a:cubicBezTo>
                      <a:pt x="1003020" y="639352"/>
                      <a:pt x="1014751" y="580696"/>
                      <a:pt x="1016706" y="520084"/>
                    </a:cubicBezTo>
                    <a:lnTo>
                      <a:pt x="1016706" y="502488"/>
                    </a:lnTo>
                    <a:cubicBezTo>
                      <a:pt x="1010841" y="224848"/>
                      <a:pt x="785992" y="1955"/>
                      <a:pt x="508353" y="0"/>
                    </a:cubicBezTo>
                    <a:close/>
                    <a:moveTo>
                      <a:pt x="899394" y="518129"/>
                    </a:moveTo>
                    <a:cubicBezTo>
                      <a:pt x="897439" y="565054"/>
                      <a:pt x="887663" y="611979"/>
                      <a:pt x="872021" y="654993"/>
                    </a:cubicBezTo>
                    <a:cubicBezTo>
                      <a:pt x="856380" y="694098"/>
                      <a:pt x="834872" y="731246"/>
                      <a:pt x="805544" y="762530"/>
                    </a:cubicBezTo>
                    <a:cubicBezTo>
                      <a:pt x="760574" y="817275"/>
                      <a:pt x="721470" y="875931"/>
                      <a:pt x="692142" y="938498"/>
                    </a:cubicBezTo>
                    <a:lnTo>
                      <a:pt x="508353" y="938498"/>
                    </a:lnTo>
                    <a:lnTo>
                      <a:pt x="326519" y="938498"/>
                    </a:lnTo>
                    <a:cubicBezTo>
                      <a:pt x="295236" y="875931"/>
                      <a:pt x="256132" y="817275"/>
                      <a:pt x="213117" y="762530"/>
                    </a:cubicBezTo>
                    <a:cubicBezTo>
                      <a:pt x="185744" y="731246"/>
                      <a:pt x="162282" y="694098"/>
                      <a:pt x="146640" y="654993"/>
                    </a:cubicBezTo>
                    <a:cubicBezTo>
                      <a:pt x="129043" y="611979"/>
                      <a:pt x="121223" y="565054"/>
                      <a:pt x="119267" y="518129"/>
                    </a:cubicBezTo>
                    <a:lnTo>
                      <a:pt x="119267" y="502488"/>
                    </a:lnTo>
                    <a:cubicBezTo>
                      <a:pt x="123178" y="289370"/>
                      <a:pt x="297191" y="117312"/>
                      <a:pt x="510308" y="115357"/>
                    </a:cubicBezTo>
                    <a:lnTo>
                      <a:pt x="510308" y="115357"/>
                    </a:lnTo>
                    <a:lnTo>
                      <a:pt x="510308" y="115357"/>
                    </a:lnTo>
                    <a:cubicBezTo>
                      <a:pt x="510308" y="115357"/>
                      <a:pt x="510308" y="115357"/>
                      <a:pt x="510308" y="115357"/>
                    </a:cubicBezTo>
                    <a:cubicBezTo>
                      <a:pt x="510308" y="115357"/>
                      <a:pt x="510308" y="115357"/>
                      <a:pt x="510308" y="115357"/>
                    </a:cubicBezTo>
                    <a:lnTo>
                      <a:pt x="510308" y="115357"/>
                    </a:lnTo>
                    <a:lnTo>
                      <a:pt x="510308" y="115357"/>
                    </a:lnTo>
                    <a:cubicBezTo>
                      <a:pt x="723426" y="117312"/>
                      <a:pt x="897439" y="287415"/>
                      <a:pt x="901349" y="502488"/>
                    </a:cubicBezTo>
                    <a:lnTo>
                      <a:pt x="901349" y="518129"/>
                    </a:lnTo>
                    <a:close/>
                  </a:path>
                </a:pathLst>
              </a:custGeom>
              <a:solidFill>
                <a:srgbClr val="0070C0"/>
              </a:solidFill>
              <a:ln w="173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" name="Arc 1">
            <a:extLst>
              <a:ext uri="{FF2B5EF4-FFF2-40B4-BE49-F238E27FC236}">
                <a16:creationId xmlns:a16="http://schemas.microsoft.com/office/drawing/2014/main" id="{7650DD4A-14A5-6F4B-9357-84FDB82F23FC}"/>
              </a:ext>
            </a:extLst>
          </p:cNvPr>
          <p:cNvSpPr/>
          <p:nvPr/>
        </p:nvSpPr>
        <p:spPr>
          <a:xfrm rot="2788187">
            <a:off x="7961612" y="3321493"/>
            <a:ext cx="501073" cy="248762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8BB6A5F4-D215-1C40-BBE8-DE44ACD1B092}"/>
              </a:ext>
            </a:extLst>
          </p:cNvPr>
          <p:cNvSpPr/>
          <p:nvPr/>
        </p:nvSpPr>
        <p:spPr>
          <a:xfrm rot="17464401">
            <a:off x="7469789" y="3527519"/>
            <a:ext cx="501073" cy="248762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7AE8BEA1-901C-5A4E-83E8-62E76F2EBEBA}"/>
              </a:ext>
            </a:extLst>
          </p:cNvPr>
          <p:cNvSpPr/>
          <p:nvPr/>
        </p:nvSpPr>
        <p:spPr>
          <a:xfrm rot="18929722">
            <a:off x="10580848" y="2368061"/>
            <a:ext cx="501073" cy="622081"/>
          </a:xfrm>
          <a:prstGeom prst="arc">
            <a:avLst>
              <a:gd name="adj1" fmla="val 16200000"/>
              <a:gd name="adj2" fmla="val 18474653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5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0FDBD9-DA5E-E949-866E-093F55B4A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67" y="571589"/>
            <a:ext cx="4581525" cy="4903036"/>
          </a:xfrm>
          <a:prstGeom prst="rect">
            <a:avLst/>
          </a:prstGeom>
        </p:spPr>
      </p:pic>
      <p:pic>
        <p:nvPicPr>
          <p:cNvPr id="6" name="Graphic 5" descr="Tick with solid fill">
            <a:extLst>
              <a:ext uri="{FF2B5EF4-FFF2-40B4-BE49-F238E27FC236}">
                <a16:creationId xmlns:a16="http://schemas.microsoft.com/office/drawing/2014/main" id="{668444D4-E780-2E4A-9617-43C7E7618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1194" y="2197337"/>
            <a:ext cx="914400" cy="914400"/>
          </a:xfrm>
          <a:prstGeom prst="rect">
            <a:avLst/>
          </a:prstGeom>
        </p:spPr>
      </p:pic>
      <p:pic>
        <p:nvPicPr>
          <p:cNvPr id="9" name="Graphic 8" descr="Tick with solid fill">
            <a:extLst>
              <a:ext uri="{FF2B5EF4-FFF2-40B4-BE49-F238E27FC236}">
                <a16:creationId xmlns:a16="http://schemas.microsoft.com/office/drawing/2014/main" id="{99CB6B14-F7AA-974B-A718-77C035A631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6933" y="4007997"/>
            <a:ext cx="511383" cy="511383"/>
          </a:xfrm>
          <a:prstGeom prst="rect">
            <a:avLst/>
          </a:prstGeom>
        </p:spPr>
      </p:pic>
      <p:grpSp>
        <p:nvGrpSpPr>
          <p:cNvPr id="10" name="Graphic 7" descr="Yin And Yang outline">
            <a:extLst>
              <a:ext uri="{FF2B5EF4-FFF2-40B4-BE49-F238E27FC236}">
                <a16:creationId xmlns:a16="http://schemas.microsoft.com/office/drawing/2014/main" id="{5FA286A5-C333-6C45-885B-345F59023A67}"/>
              </a:ext>
            </a:extLst>
          </p:cNvPr>
          <p:cNvGrpSpPr/>
          <p:nvPr/>
        </p:nvGrpSpPr>
        <p:grpSpPr>
          <a:xfrm>
            <a:off x="8780889" y="3311513"/>
            <a:ext cx="1392960" cy="1392968"/>
            <a:chOff x="8425721" y="2068501"/>
            <a:chExt cx="1392960" cy="1392968"/>
          </a:xfrm>
          <a:solidFill>
            <a:srgbClr val="000000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17831E7-2376-164A-8A3E-0EE25616738F}"/>
                </a:ext>
              </a:extLst>
            </p:cNvPr>
            <p:cNvSpPr/>
            <p:nvPr/>
          </p:nvSpPr>
          <p:spPr>
            <a:xfrm>
              <a:off x="8425721" y="2068501"/>
              <a:ext cx="1392960" cy="1392968"/>
            </a:xfrm>
            <a:custGeom>
              <a:avLst/>
              <a:gdLst>
                <a:gd name="connsiteX0" fmla="*/ 728433 w 1392960"/>
                <a:gd name="connsiteY0" fmla="*/ 8 h 1392968"/>
                <a:gd name="connsiteX1" fmla="*/ 699223 w 1392960"/>
                <a:gd name="connsiteY1" fmla="*/ 8 h 1392968"/>
                <a:gd name="connsiteX2" fmla="*/ 8 w 1392960"/>
                <a:gd name="connsiteY2" fmla="*/ 693746 h 1392968"/>
                <a:gd name="connsiteX3" fmla="*/ 693746 w 1392960"/>
                <a:gd name="connsiteY3" fmla="*/ 1392961 h 1392968"/>
                <a:gd name="connsiteX4" fmla="*/ 1392961 w 1392960"/>
                <a:gd name="connsiteY4" fmla="*/ 699223 h 1392968"/>
                <a:gd name="connsiteX5" fmla="*/ 728433 w 1392960"/>
                <a:gd name="connsiteY5" fmla="*/ 8 h 1392968"/>
                <a:gd name="connsiteX6" fmla="*/ 728433 w 1392960"/>
                <a:gd name="connsiteY6" fmla="*/ 8 h 1392968"/>
                <a:gd name="connsiteX7" fmla="*/ 41997 w 1392960"/>
                <a:gd name="connsiteY7" fmla="*/ 693746 h 1392968"/>
                <a:gd name="connsiteX8" fmla="*/ 699223 w 1392960"/>
                <a:gd name="connsiteY8" fmla="*/ 36521 h 1392968"/>
                <a:gd name="connsiteX9" fmla="*/ 726607 w 1392960"/>
                <a:gd name="connsiteY9" fmla="*/ 36521 h 1392968"/>
                <a:gd name="connsiteX10" fmla="*/ 834319 w 1392960"/>
                <a:gd name="connsiteY10" fmla="*/ 65731 h 1392968"/>
                <a:gd name="connsiteX11" fmla="*/ 931077 w 1392960"/>
                <a:gd name="connsiteY11" fmla="*/ 136930 h 1392968"/>
                <a:gd name="connsiteX12" fmla="*/ 1018707 w 1392960"/>
                <a:gd name="connsiteY12" fmla="*/ 357831 h 1392968"/>
                <a:gd name="connsiteX13" fmla="*/ 993149 w 1392960"/>
                <a:gd name="connsiteY13" fmla="*/ 483799 h 1392968"/>
                <a:gd name="connsiteX14" fmla="*/ 821540 w 1392960"/>
                <a:gd name="connsiteY14" fmla="*/ 655408 h 1392968"/>
                <a:gd name="connsiteX15" fmla="*/ 697397 w 1392960"/>
                <a:gd name="connsiteY15" fmla="*/ 680967 h 1392968"/>
                <a:gd name="connsiteX16" fmla="*/ 554998 w 1392960"/>
                <a:gd name="connsiteY16" fmla="*/ 710177 h 1392968"/>
                <a:gd name="connsiteX17" fmla="*/ 363308 w 1392960"/>
                <a:gd name="connsiteY17" fmla="*/ 901867 h 1392968"/>
                <a:gd name="connsiteX18" fmla="*/ 334098 w 1392960"/>
                <a:gd name="connsiteY18" fmla="*/ 1044266 h 1392968"/>
                <a:gd name="connsiteX19" fmla="*/ 363308 w 1392960"/>
                <a:gd name="connsiteY19" fmla="*/ 1183014 h 1392968"/>
                <a:gd name="connsiteX20" fmla="*/ 441810 w 1392960"/>
                <a:gd name="connsiteY20" fmla="*/ 1296203 h 1392968"/>
                <a:gd name="connsiteX21" fmla="*/ 441810 w 1392960"/>
                <a:gd name="connsiteY21" fmla="*/ 1296203 h 1392968"/>
                <a:gd name="connsiteX22" fmla="*/ 41997 w 1392960"/>
                <a:gd name="connsiteY22" fmla="*/ 693746 h 1392968"/>
                <a:gd name="connsiteX23" fmla="*/ 732084 w 1392960"/>
                <a:gd name="connsiteY23" fmla="*/ 1349146 h 1392968"/>
                <a:gd name="connsiteX24" fmla="*/ 567778 w 1392960"/>
                <a:gd name="connsiteY24" fmla="*/ 1336366 h 1392968"/>
                <a:gd name="connsiteX25" fmla="*/ 567778 w 1392960"/>
                <a:gd name="connsiteY25" fmla="*/ 1336366 h 1392968"/>
                <a:gd name="connsiteX26" fmla="*/ 396169 w 1392960"/>
                <a:gd name="connsiteY26" fmla="*/ 1170234 h 1392968"/>
                <a:gd name="connsiteX27" fmla="*/ 368784 w 1392960"/>
                <a:gd name="connsiteY27" fmla="*/ 1044266 h 1392968"/>
                <a:gd name="connsiteX28" fmla="*/ 394343 w 1392960"/>
                <a:gd name="connsiteY28" fmla="*/ 916472 h 1392968"/>
                <a:gd name="connsiteX29" fmla="*/ 565952 w 1392960"/>
                <a:gd name="connsiteY29" fmla="*/ 744863 h 1392968"/>
                <a:gd name="connsiteX30" fmla="*/ 693746 w 1392960"/>
                <a:gd name="connsiteY30" fmla="*/ 717479 h 1392968"/>
                <a:gd name="connsiteX31" fmla="*/ 832494 w 1392960"/>
                <a:gd name="connsiteY31" fmla="*/ 688269 h 1392968"/>
                <a:gd name="connsiteX32" fmla="*/ 1024184 w 1392960"/>
                <a:gd name="connsiteY32" fmla="*/ 496578 h 1392968"/>
                <a:gd name="connsiteX33" fmla="*/ 1053394 w 1392960"/>
                <a:gd name="connsiteY33" fmla="*/ 357831 h 1392968"/>
                <a:gd name="connsiteX34" fmla="*/ 956636 w 1392960"/>
                <a:gd name="connsiteY34" fmla="*/ 111371 h 1392968"/>
                <a:gd name="connsiteX35" fmla="*/ 910995 w 1392960"/>
                <a:gd name="connsiteY35" fmla="*/ 71207 h 1392968"/>
                <a:gd name="connsiteX36" fmla="*/ 910995 w 1392960"/>
                <a:gd name="connsiteY36" fmla="*/ 71207 h 1392968"/>
                <a:gd name="connsiteX37" fmla="*/ 910995 w 1392960"/>
                <a:gd name="connsiteY37" fmla="*/ 71207 h 1392968"/>
                <a:gd name="connsiteX38" fmla="*/ 1319936 w 1392960"/>
                <a:gd name="connsiteY38" fmla="*/ 905519 h 1392968"/>
                <a:gd name="connsiteX39" fmla="*/ 732084 w 1392960"/>
                <a:gd name="connsiteY39" fmla="*/ 1349146 h 1392968"/>
                <a:gd name="connsiteX40" fmla="*/ 732084 w 1392960"/>
                <a:gd name="connsiteY40" fmla="*/ 1349146 h 1392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392960" h="1392968">
                  <a:moveTo>
                    <a:pt x="728433" y="8"/>
                  </a:moveTo>
                  <a:cubicBezTo>
                    <a:pt x="726607" y="8"/>
                    <a:pt x="706525" y="8"/>
                    <a:pt x="699223" y="8"/>
                  </a:cubicBezTo>
                  <a:cubicBezTo>
                    <a:pt x="314016" y="-1818"/>
                    <a:pt x="1834" y="308539"/>
                    <a:pt x="8" y="693746"/>
                  </a:cubicBezTo>
                  <a:cubicBezTo>
                    <a:pt x="-1818" y="1078953"/>
                    <a:pt x="308539" y="1391135"/>
                    <a:pt x="693746" y="1392961"/>
                  </a:cubicBezTo>
                  <a:cubicBezTo>
                    <a:pt x="1078953" y="1394786"/>
                    <a:pt x="1391135" y="1084430"/>
                    <a:pt x="1392961" y="699223"/>
                  </a:cubicBezTo>
                  <a:cubicBezTo>
                    <a:pt x="1392961" y="326795"/>
                    <a:pt x="1100861" y="18264"/>
                    <a:pt x="728433" y="8"/>
                  </a:cubicBezTo>
                  <a:lnTo>
                    <a:pt x="728433" y="8"/>
                  </a:lnTo>
                  <a:close/>
                  <a:moveTo>
                    <a:pt x="41997" y="693746"/>
                  </a:moveTo>
                  <a:cubicBezTo>
                    <a:pt x="41997" y="330446"/>
                    <a:pt x="335923" y="36521"/>
                    <a:pt x="699223" y="36521"/>
                  </a:cubicBezTo>
                  <a:cubicBezTo>
                    <a:pt x="708351" y="36521"/>
                    <a:pt x="717479" y="36521"/>
                    <a:pt x="726607" y="36521"/>
                  </a:cubicBezTo>
                  <a:cubicBezTo>
                    <a:pt x="764945" y="38346"/>
                    <a:pt x="801458" y="49300"/>
                    <a:pt x="834319" y="65731"/>
                  </a:cubicBezTo>
                  <a:cubicBezTo>
                    <a:pt x="870832" y="83987"/>
                    <a:pt x="903693" y="107720"/>
                    <a:pt x="931077" y="136930"/>
                  </a:cubicBezTo>
                  <a:cubicBezTo>
                    <a:pt x="987672" y="197176"/>
                    <a:pt x="1018707" y="275678"/>
                    <a:pt x="1018707" y="357831"/>
                  </a:cubicBezTo>
                  <a:cubicBezTo>
                    <a:pt x="1018707" y="401646"/>
                    <a:pt x="1009579" y="443635"/>
                    <a:pt x="993149" y="483799"/>
                  </a:cubicBezTo>
                  <a:cubicBezTo>
                    <a:pt x="960287" y="560475"/>
                    <a:pt x="898216" y="622546"/>
                    <a:pt x="821540" y="655408"/>
                  </a:cubicBezTo>
                  <a:cubicBezTo>
                    <a:pt x="781376" y="673664"/>
                    <a:pt x="739387" y="682792"/>
                    <a:pt x="697397" y="680967"/>
                  </a:cubicBezTo>
                  <a:cubicBezTo>
                    <a:pt x="648105" y="680967"/>
                    <a:pt x="600639" y="691920"/>
                    <a:pt x="554998" y="710177"/>
                  </a:cubicBezTo>
                  <a:cubicBezTo>
                    <a:pt x="469194" y="746689"/>
                    <a:pt x="399820" y="816063"/>
                    <a:pt x="363308" y="901867"/>
                  </a:cubicBezTo>
                  <a:cubicBezTo>
                    <a:pt x="343226" y="945682"/>
                    <a:pt x="334098" y="994974"/>
                    <a:pt x="334098" y="1044266"/>
                  </a:cubicBezTo>
                  <a:cubicBezTo>
                    <a:pt x="334098" y="1091733"/>
                    <a:pt x="345051" y="1139199"/>
                    <a:pt x="363308" y="1183014"/>
                  </a:cubicBezTo>
                  <a:cubicBezTo>
                    <a:pt x="381564" y="1225003"/>
                    <a:pt x="407123" y="1263341"/>
                    <a:pt x="441810" y="1296203"/>
                  </a:cubicBezTo>
                  <a:cubicBezTo>
                    <a:pt x="441810" y="1296203"/>
                    <a:pt x="441810" y="1296203"/>
                    <a:pt x="441810" y="1296203"/>
                  </a:cubicBezTo>
                  <a:cubicBezTo>
                    <a:pt x="199001" y="1192142"/>
                    <a:pt x="41997" y="954810"/>
                    <a:pt x="41997" y="693746"/>
                  </a:cubicBezTo>
                  <a:close/>
                  <a:moveTo>
                    <a:pt x="732084" y="1349146"/>
                  </a:moveTo>
                  <a:cubicBezTo>
                    <a:pt x="677315" y="1350971"/>
                    <a:pt x="620721" y="1347320"/>
                    <a:pt x="567778" y="1336366"/>
                  </a:cubicBezTo>
                  <a:lnTo>
                    <a:pt x="567778" y="1336366"/>
                  </a:lnTo>
                  <a:cubicBezTo>
                    <a:pt x="491101" y="1305331"/>
                    <a:pt x="429030" y="1245085"/>
                    <a:pt x="396169" y="1170234"/>
                  </a:cubicBezTo>
                  <a:cubicBezTo>
                    <a:pt x="379738" y="1130071"/>
                    <a:pt x="370610" y="1088081"/>
                    <a:pt x="368784" y="1044266"/>
                  </a:cubicBezTo>
                  <a:cubicBezTo>
                    <a:pt x="368784" y="1000451"/>
                    <a:pt x="377913" y="956636"/>
                    <a:pt x="394343" y="916472"/>
                  </a:cubicBezTo>
                  <a:cubicBezTo>
                    <a:pt x="427204" y="839796"/>
                    <a:pt x="489276" y="777725"/>
                    <a:pt x="565952" y="744863"/>
                  </a:cubicBezTo>
                  <a:cubicBezTo>
                    <a:pt x="606116" y="728433"/>
                    <a:pt x="649931" y="719305"/>
                    <a:pt x="693746" y="717479"/>
                  </a:cubicBezTo>
                  <a:cubicBezTo>
                    <a:pt x="741212" y="717479"/>
                    <a:pt x="788679" y="708351"/>
                    <a:pt x="832494" y="688269"/>
                  </a:cubicBezTo>
                  <a:cubicBezTo>
                    <a:pt x="918298" y="651757"/>
                    <a:pt x="987672" y="582383"/>
                    <a:pt x="1024184" y="496578"/>
                  </a:cubicBezTo>
                  <a:cubicBezTo>
                    <a:pt x="1042441" y="452763"/>
                    <a:pt x="1053394" y="405297"/>
                    <a:pt x="1053394" y="357831"/>
                  </a:cubicBezTo>
                  <a:cubicBezTo>
                    <a:pt x="1053394" y="266549"/>
                    <a:pt x="1018707" y="178919"/>
                    <a:pt x="956636" y="111371"/>
                  </a:cubicBezTo>
                  <a:cubicBezTo>
                    <a:pt x="942031" y="96766"/>
                    <a:pt x="927426" y="83987"/>
                    <a:pt x="910995" y="71207"/>
                  </a:cubicBezTo>
                  <a:cubicBezTo>
                    <a:pt x="910995" y="71207"/>
                    <a:pt x="910995" y="71207"/>
                    <a:pt x="910995" y="71207"/>
                  </a:cubicBezTo>
                  <a:cubicBezTo>
                    <a:pt x="910995" y="71207"/>
                    <a:pt x="910995" y="71207"/>
                    <a:pt x="910995" y="71207"/>
                  </a:cubicBezTo>
                  <a:cubicBezTo>
                    <a:pt x="1254213" y="189873"/>
                    <a:pt x="1438601" y="562301"/>
                    <a:pt x="1319936" y="905519"/>
                  </a:cubicBezTo>
                  <a:cubicBezTo>
                    <a:pt x="1234131" y="1161106"/>
                    <a:pt x="1000451" y="1336366"/>
                    <a:pt x="732084" y="1349146"/>
                  </a:cubicBezTo>
                  <a:lnTo>
                    <a:pt x="732084" y="1349146"/>
                  </a:lnTo>
                  <a:close/>
                </a:path>
              </a:pathLst>
            </a:custGeom>
            <a:solidFill>
              <a:srgbClr val="000000"/>
            </a:solidFill>
            <a:ln w="182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8553895-115B-B24D-9426-C4626A94CAD3}"/>
                </a:ext>
              </a:extLst>
            </p:cNvPr>
            <p:cNvSpPr/>
            <p:nvPr/>
          </p:nvSpPr>
          <p:spPr>
            <a:xfrm>
              <a:off x="8845947" y="2805266"/>
              <a:ext cx="590577" cy="589832"/>
            </a:xfrm>
            <a:custGeom>
              <a:avLst/>
              <a:gdLst>
                <a:gd name="connsiteX0" fmla="*/ 154376 w 274410"/>
                <a:gd name="connsiteY0" fmla="*/ 1023 h 274064"/>
                <a:gd name="connsiteX1" fmla="*/ 1023 w 274410"/>
                <a:gd name="connsiteY1" fmla="*/ 119689 h 274064"/>
                <a:gd name="connsiteX2" fmla="*/ 119689 w 274410"/>
                <a:gd name="connsiteY2" fmla="*/ 273042 h 274064"/>
                <a:gd name="connsiteX3" fmla="*/ 273042 w 274410"/>
                <a:gd name="connsiteY3" fmla="*/ 154376 h 274064"/>
                <a:gd name="connsiteX4" fmla="*/ 273042 w 274410"/>
                <a:gd name="connsiteY4" fmla="*/ 119689 h 274064"/>
                <a:gd name="connsiteX5" fmla="*/ 154376 w 274410"/>
                <a:gd name="connsiteY5" fmla="*/ 1023 h 274064"/>
                <a:gd name="connsiteX6" fmla="*/ 152550 w 274410"/>
                <a:gd name="connsiteY6" fmla="*/ 234704 h 274064"/>
                <a:gd name="connsiteX7" fmla="*/ 35710 w 274410"/>
                <a:gd name="connsiteY7" fmla="*/ 152550 h 274064"/>
                <a:gd name="connsiteX8" fmla="*/ 117863 w 274410"/>
                <a:gd name="connsiteY8" fmla="*/ 35710 h 274064"/>
                <a:gd name="connsiteX9" fmla="*/ 234704 w 274410"/>
                <a:gd name="connsiteY9" fmla="*/ 117863 h 274064"/>
                <a:gd name="connsiteX10" fmla="*/ 234704 w 274410"/>
                <a:gd name="connsiteY10" fmla="*/ 152550 h 274064"/>
                <a:gd name="connsiteX11" fmla="*/ 152550 w 274410"/>
                <a:gd name="connsiteY11" fmla="*/ 234704 h 27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410" h="274064">
                  <a:moveTo>
                    <a:pt x="154376" y="1023"/>
                  </a:moveTo>
                  <a:cubicBezTo>
                    <a:pt x="79525" y="-8105"/>
                    <a:pt x="10151" y="44838"/>
                    <a:pt x="1023" y="119689"/>
                  </a:cubicBezTo>
                  <a:cubicBezTo>
                    <a:pt x="-8105" y="194540"/>
                    <a:pt x="44838" y="263914"/>
                    <a:pt x="119689" y="273042"/>
                  </a:cubicBezTo>
                  <a:cubicBezTo>
                    <a:pt x="194540" y="282170"/>
                    <a:pt x="263914" y="229227"/>
                    <a:pt x="273042" y="154376"/>
                  </a:cubicBezTo>
                  <a:cubicBezTo>
                    <a:pt x="274867" y="143422"/>
                    <a:pt x="274867" y="130643"/>
                    <a:pt x="273042" y="119689"/>
                  </a:cubicBezTo>
                  <a:cubicBezTo>
                    <a:pt x="263914" y="57618"/>
                    <a:pt x="214622" y="8326"/>
                    <a:pt x="154376" y="1023"/>
                  </a:cubicBezTo>
                  <a:close/>
                  <a:moveTo>
                    <a:pt x="152550" y="234704"/>
                  </a:moveTo>
                  <a:cubicBezTo>
                    <a:pt x="97782" y="243832"/>
                    <a:pt x="46664" y="207319"/>
                    <a:pt x="35710" y="152550"/>
                  </a:cubicBezTo>
                  <a:cubicBezTo>
                    <a:pt x="24757" y="97782"/>
                    <a:pt x="63095" y="46664"/>
                    <a:pt x="117863" y="35710"/>
                  </a:cubicBezTo>
                  <a:cubicBezTo>
                    <a:pt x="172632" y="24757"/>
                    <a:pt x="223750" y="63095"/>
                    <a:pt x="234704" y="117863"/>
                  </a:cubicBezTo>
                  <a:cubicBezTo>
                    <a:pt x="236529" y="128817"/>
                    <a:pt x="236529" y="139771"/>
                    <a:pt x="234704" y="152550"/>
                  </a:cubicBezTo>
                  <a:cubicBezTo>
                    <a:pt x="227401" y="194540"/>
                    <a:pt x="194540" y="227401"/>
                    <a:pt x="152550" y="234704"/>
                  </a:cubicBezTo>
                  <a:close/>
                </a:path>
              </a:pathLst>
            </a:custGeom>
            <a:solidFill>
              <a:srgbClr val="000000"/>
            </a:solidFill>
            <a:ln w="182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16" name="Graphic 15" descr="Lightbulb outline">
            <a:extLst>
              <a:ext uri="{FF2B5EF4-FFF2-40B4-BE49-F238E27FC236}">
                <a16:creationId xmlns:a16="http://schemas.microsoft.com/office/drawing/2014/main" id="{973FE6ED-A864-F443-ABC5-3073BFF50F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534985">
            <a:off x="8996362" y="3366067"/>
            <a:ext cx="914400" cy="914400"/>
          </a:xfrm>
          <a:prstGeom prst="rect">
            <a:avLst/>
          </a:prstGeom>
        </p:spPr>
      </p:pic>
      <p:grpSp>
        <p:nvGrpSpPr>
          <p:cNvPr id="21" name="Graphic 7" descr="Yin And Yang outline">
            <a:extLst>
              <a:ext uri="{FF2B5EF4-FFF2-40B4-BE49-F238E27FC236}">
                <a16:creationId xmlns:a16="http://schemas.microsoft.com/office/drawing/2014/main" id="{31333DB2-A0A1-1D47-99B1-42397E41AA14}"/>
              </a:ext>
            </a:extLst>
          </p:cNvPr>
          <p:cNvGrpSpPr/>
          <p:nvPr/>
        </p:nvGrpSpPr>
        <p:grpSpPr>
          <a:xfrm>
            <a:off x="6880081" y="4737860"/>
            <a:ext cx="1392960" cy="1392968"/>
            <a:chOff x="8425721" y="2068501"/>
            <a:chExt cx="1392960" cy="1392968"/>
          </a:xfrm>
          <a:solidFill>
            <a:srgbClr val="000000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21E9025-324F-C84F-9525-273D5AA54F55}"/>
                </a:ext>
              </a:extLst>
            </p:cNvPr>
            <p:cNvSpPr/>
            <p:nvPr/>
          </p:nvSpPr>
          <p:spPr>
            <a:xfrm>
              <a:off x="8425721" y="2068501"/>
              <a:ext cx="1392960" cy="1392968"/>
            </a:xfrm>
            <a:custGeom>
              <a:avLst/>
              <a:gdLst>
                <a:gd name="connsiteX0" fmla="*/ 728433 w 1392960"/>
                <a:gd name="connsiteY0" fmla="*/ 8 h 1392968"/>
                <a:gd name="connsiteX1" fmla="*/ 699223 w 1392960"/>
                <a:gd name="connsiteY1" fmla="*/ 8 h 1392968"/>
                <a:gd name="connsiteX2" fmla="*/ 8 w 1392960"/>
                <a:gd name="connsiteY2" fmla="*/ 693746 h 1392968"/>
                <a:gd name="connsiteX3" fmla="*/ 693746 w 1392960"/>
                <a:gd name="connsiteY3" fmla="*/ 1392961 h 1392968"/>
                <a:gd name="connsiteX4" fmla="*/ 1392961 w 1392960"/>
                <a:gd name="connsiteY4" fmla="*/ 699223 h 1392968"/>
                <a:gd name="connsiteX5" fmla="*/ 728433 w 1392960"/>
                <a:gd name="connsiteY5" fmla="*/ 8 h 1392968"/>
                <a:gd name="connsiteX6" fmla="*/ 728433 w 1392960"/>
                <a:gd name="connsiteY6" fmla="*/ 8 h 1392968"/>
                <a:gd name="connsiteX7" fmla="*/ 41997 w 1392960"/>
                <a:gd name="connsiteY7" fmla="*/ 693746 h 1392968"/>
                <a:gd name="connsiteX8" fmla="*/ 699223 w 1392960"/>
                <a:gd name="connsiteY8" fmla="*/ 36521 h 1392968"/>
                <a:gd name="connsiteX9" fmla="*/ 726607 w 1392960"/>
                <a:gd name="connsiteY9" fmla="*/ 36521 h 1392968"/>
                <a:gd name="connsiteX10" fmla="*/ 834319 w 1392960"/>
                <a:gd name="connsiteY10" fmla="*/ 65731 h 1392968"/>
                <a:gd name="connsiteX11" fmla="*/ 931077 w 1392960"/>
                <a:gd name="connsiteY11" fmla="*/ 136930 h 1392968"/>
                <a:gd name="connsiteX12" fmla="*/ 1018707 w 1392960"/>
                <a:gd name="connsiteY12" fmla="*/ 357831 h 1392968"/>
                <a:gd name="connsiteX13" fmla="*/ 993149 w 1392960"/>
                <a:gd name="connsiteY13" fmla="*/ 483799 h 1392968"/>
                <a:gd name="connsiteX14" fmla="*/ 821540 w 1392960"/>
                <a:gd name="connsiteY14" fmla="*/ 655408 h 1392968"/>
                <a:gd name="connsiteX15" fmla="*/ 697397 w 1392960"/>
                <a:gd name="connsiteY15" fmla="*/ 680967 h 1392968"/>
                <a:gd name="connsiteX16" fmla="*/ 554998 w 1392960"/>
                <a:gd name="connsiteY16" fmla="*/ 710177 h 1392968"/>
                <a:gd name="connsiteX17" fmla="*/ 363308 w 1392960"/>
                <a:gd name="connsiteY17" fmla="*/ 901867 h 1392968"/>
                <a:gd name="connsiteX18" fmla="*/ 334098 w 1392960"/>
                <a:gd name="connsiteY18" fmla="*/ 1044266 h 1392968"/>
                <a:gd name="connsiteX19" fmla="*/ 363308 w 1392960"/>
                <a:gd name="connsiteY19" fmla="*/ 1183014 h 1392968"/>
                <a:gd name="connsiteX20" fmla="*/ 441810 w 1392960"/>
                <a:gd name="connsiteY20" fmla="*/ 1296203 h 1392968"/>
                <a:gd name="connsiteX21" fmla="*/ 441810 w 1392960"/>
                <a:gd name="connsiteY21" fmla="*/ 1296203 h 1392968"/>
                <a:gd name="connsiteX22" fmla="*/ 41997 w 1392960"/>
                <a:gd name="connsiteY22" fmla="*/ 693746 h 1392968"/>
                <a:gd name="connsiteX23" fmla="*/ 732084 w 1392960"/>
                <a:gd name="connsiteY23" fmla="*/ 1349146 h 1392968"/>
                <a:gd name="connsiteX24" fmla="*/ 567778 w 1392960"/>
                <a:gd name="connsiteY24" fmla="*/ 1336366 h 1392968"/>
                <a:gd name="connsiteX25" fmla="*/ 567778 w 1392960"/>
                <a:gd name="connsiteY25" fmla="*/ 1336366 h 1392968"/>
                <a:gd name="connsiteX26" fmla="*/ 396169 w 1392960"/>
                <a:gd name="connsiteY26" fmla="*/ 1170234 h 1392968"/>
                <a:gd name="connsiteX27" fmla="*/ 368784 w 1392960"/>
                <a:gd name="connsiteY27" fmla="*/ 1044266 h 1392968"/>
                <a:gd name="connsiteX28" fmla="*/ 394343 w 1392960"/>
                <a:gd name="connsiteY28" fmla="*/ 916472 h 1392968"/>
                <a:gd name="connsiteX29" fmla="*/ 565952 w 1392960"/>
                <a:gd name="connsiteY29" fmla="*/ 744863 h 1392968"/>
                <a:gd name="connsiteX30" fmla="*/ 693746 w 1392960"/>
                <a:gd name="connsiteY30" fmla="*/ 717479 h 1392968"/>
                <a:gd name="connsiteX31" fmla="*/ 832494 w 1392960"/>
                <a:gd name="connsiteY31" fmla="*/ 688269 h 1392968"/>
                <a:gd name="connsiteX32" fmla="*/ 1024184 w 1392960"/>
                <a:gd name="connsiteY32" fmla="*/ 496578 h 1392968"/>
                <a:gd name="connsiteX33" fmla="*/ 1053394 w 1392960"/>
                <a:gd name="connsiteY33" fmla="*/ 357831 h 1392968"/>
                <a:gd name="connsiteX34" fmla="*/ 956636 w 1392960"/>
                <a:gd name="connsiteY34" fmla="*/ 111371 h 1392968"/>
                <a:gd name="connsiteX35" fmla="*/ 910995 w 1392960"/>
                <a:gd name="connsiteY35" fmla="*/ 71207 h 1392968"/>
                <a:gd name="connsiteX36" fmla="*/ 910995 w 1392960"/>
                <a:gd name="connsiteY36" fmla="*/ 71207 h 1392968"/>
                <a:gd name="connsiteX37" fmla="*/ 910995 w 1392960"/>
                <a:gd name="connsiteY37" fmla="*/ 71207 h 1392968"/>
                <a:gd name="connsiteX38" fmla="*/ 1319936 w 1392960"/>
                <a:gd name="connsiteY38" fmla="*/ 905519 h 1392968"/>
                <a:gd name="connsiteX39" fmla="*/ 732084 w 1392960"/>
                <a:gd name="connsiteY39" fmla="*/ 1349146 h 1392968"/>
                <a:gd name="connsiteX40" fmla="*/ 732084 w 1392960"/>
                <a:gd name="connsiteY40" fmla="*/ 1349146 h 1392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392960" h="1392968">
                  <a:moveTo>
                    <a:pt x="728433" y="8"/>
                  </a:moveTo>
                  <a:cubicBezTo>
                    <a:pt x="726607" y="8"/>
                    <a:pt x="706525" y="8"/>
                    <a:pt x="699223" y="8"/>
                  </a:cubicBezTo>
                  <a:cubicBezTo>
                    <a:pt x="314016" y="-1818"/>
                    <a:pt x="1834" y="308539"/>
                    <a:pt x="8" y="693746"/>
                  </a:cubicBezTo>
                  <a:cubicBezTo>
                    <a:pt x="-1818" y="1078953"/>
                    <a:pt x="308539" y="1391135"/>
                    <a:pt x="693746" y="1392961"/>
                  </a:cubicBezTo>
                  <a:cubicBezTo>
                    <a:pt x="1078953" y="1394786"/>
                    <a:pt x="1391135" y="1084430"/>
                    <a:pt x="1392961" y="699223"/>
                  </a:cubicBezTo>
                  <a:cubicBezTo>
                    <a:pt x="1392961" y="326795"/>
                    <a:pt x="1100861" y="18264"/>
                    <a:pt x="728433" y="8"/>
                  </a:cubicBezTo>
                  <a:lnTo>
                    <a:pt x="728433" y="8"/>
                  </a:lnTo>
                  <a:close/>
                  <a:moveTo>
                    <a:pt x="41997" y="693746"/>
                  </a:moveTo>
                  <a:cubicBezTo>
                    <a:pt x="41997" y="330446"/>
                    <a:pt x="335923" y="36521"/>
                    <a:pt x="699223" y="36521"/>
                  </a:cubicBezTo>
                  <a:cubicBezTo>
                    <a:pt x="708351" y="36521"/>
                    <a:pt x="717479" y="36521"/>
                    <a:pt x="726607" y="36521"/>
                  </a:cubicBezTo>
                  <a:cubicBezTo>
                    <a:pt x="764945" y="38346"/>
                    <a:pt x="801458" y="49300"/>
                    <a:pt x="834319" y="65731"/>
                  </a:cubicBezTo>
                  <a:cubicBezTo>
                    <a:pt x="870832" y="83987"/>
                    <a:pt x="903693" y="107720"/>
                    <a:pt x="931077" y="136930"/>
                  </a:cubicBezTo>
                  <a:cubicBezTo>
                    <a:pt x="987672" y="197176"/>
                    <a:pt x="1018707" y="275678"/>
                    <a:pt x="1018707" y="357831"/>
                  </a:cubicBezTo>
                  <a:cubicBezTo>
                    <a:pt x="1018707" y="401646"/>
                    <a:pt x="1009579" y="443635"/>
                    <a:pt x="993149" y="483799"/>
                  </a:cubicBezTo>
                  <a:cubicBezTo>
                    <a:pt x="960287" y="560475"/>
                    <a:pt x="898216" y="622546"/>
                    <a:pt x="821540" y="655408"/>
                  </a:cubicBezTo>
                  <a:cubicBezTo>
                    <a:pt x="781376" y="673664"/>
                    <a:pt x="739387" y="682792"/>
                    <a:pt x="697397" y="680967"/>
                  </a:cubicBezTo>
                  <a:cubicBezTo>
                    <a:pt x="648105" y="680967"/>
                    <a:pt x="600639" y="691920"/>
                    <a:pt x="554998" y="710177"/>
                  </a:cubicBezTo>
                  <a:cubicBezTo>
                    <a:pt x="469194" y="746689"/>
                    <a:pt x="399820" y="816063"/>
                    <a:pt x="363308" y="901867"/>
                  </a:cubicBezTo>
                  <a:cubicBezTo>
                    <a:pt x="343226" y="945682"/>
                    <a:pt x="334098" y="994974"/>
                    <a:pt x="334098" y="1044266"/>
                  </a:cubicBezTo>
                  <a:cubicBezTo>
                    <a:pt x="334098" y="1091733"/>
                    <a:pt x="345051" y="1139199"/>
                    <a:pt x="363308" y="1183014"/>
                  </a:cubicBezTo>
                  <a:cubicBezTo>
                    <a:pt x="381564" y="1225003"/>
                    <a:pt x="407123" y="1263341"/>
                    <a:pt x="441810" y="1296203"/>
                  </a:cubicBezTo>
                  <a:cubicBezTo>
                    <a:pt x="441810" y="1296203"/>
                    <a:pt x="441810" y="1296203"/>
                    <a:pt x="441810" y="1296203"/>
                  </a:cubicBezTo>
                  <a:cubicBezTo>
                    <a:pt x="199001" y="1192142"/>
                    <a:pt x="41997" y="954810"/>
                    <a:pt x="41997" y="693746"/>
                  </a:cubicBezTo>
                  <a:close/>
                  <a:moveTo>
                    <a:pt x="732084" y="1349146"/>
                  </a:moveTo>
                  <a:cubicBezTo>
                    <a:pt x="677315" y="1350971"/>
                    <a:pt x="620721" y="1347320"/>
                    <a:pt x="567778" y="1336366"/>
                  </a:cubicBezTo>
                  <a:lnTo>
                    <a:pt x="567778" y="1336366"/>
                  </a:lnTo>
                  <a:cubicBezTo>
                    <a:pt x="491101" y="1305331"/>
                    <a:pt x="429030" y="1245085"/>
                    <a:pt x="396169" y="1170234"/>
                  </a:cubicBezTo>
                  <a:cubicBezTo>
                    <a:pt x="379738" y="1130071"/>
                    <a:pt x="370610" y="1088081"/>
                    <a:pt x="368784" y="1044266"/>
                  </a:cubicBezTo>
                  <a:cubicBezTo>
                    <a:pt x="368784" y="1000451"/>
                    <a:pt x="377913" y="956636"/>
                    <a:pt x="394343" y="916472"/>
                  </a:cubicBezTo>
                  <a:cubicBezTo>
                    <a:pt x="427204" y="839796"/>
                    <a:pt x="489276" y="777725"/>
                    <a:pt x="565952" y="744863"/>
                  </a:cubicBezTo>
                  <a:cubicBezTo>
                    <a:pt x="606116" y="728433"/>
                    <a:pt x="649931" y="719305"/>
                    <a:pt x="693746" y="717479"/>
                  </a:cubicBezTo>
                  <a:cubicBezTo>
                    <a:pt x="741212" y="717479"/>
                    <a:pt x="788679" y="708351"/>
                    <a:pt x="832494" y="688269"/>
                  </a:cubicBezTo>
                  <a:cubicBezTo>
                    <a:pt x="918298" y="651757"/>
                    <a:pt x="987672" y="582383"/>
                    <a:pt x="1024184" y="496578"/>
                  </a:cubicBezTo>
                  <a:cubicBezTo>
                    <a:pt x="1042441" y="452763"/>
                    <a:pt x="1053394" y="405297"/>
                    <a:pt x="1053394" y="357831"/>
                  </a:cubicBezTo>
                  <a:cubicBezTo>
                    <a:pt x="1053394" y="266549"/>
                    <a:pt x="1018707" y="178919"/>
                    <a:pt x="956636" y="111371"/>
                  </a:cubicBezTo>
                  <a:cubicBezTo>
                    <a:pt x="942031" y="96766"/>
                    <a:pt x="927426" y="83987"/>
                    <a:pt x="910995" y="71207"/>
                  </a:cubicBezTo>
                  <a:cubicBezTo>
                    <a:pt x="910995" y="71207"/>
                    <a:pt x="910995" y="71207"/>
                    <a:pt x="910995" y="71207"/>
                  </a:cubicBezTo>
                  <a:cubicBezTo>
                    <a:pt x="910995" y="71207"/>
                    <a:pt x="910995" y="71207"/>
                    <a:pt x="910995" y="71207"/>
                  </a:cubicBezTo>
                  <a:cubicBezTo>
                    <a:pt x="1254213" y="189873"/>
                    <a:pt x="1438601" y="562301"/>
                    <a:pt x="1319936" y="905519"/>
                  </a:cubicBezTo>
                  <a:cubicBezTo>
                    <a:pt x="1234131" y="1161106"/>
                    <a:pt x="1000451" y="1336366"/>
                    <a:pt x="732084" y="1349146"/>
                  </a:cubicBezTo>
                  <a:lnTo>
                    <a:pt x="732084" y="1349146"/>
                  </a:lnTo>
                  <a:close/>
                </a:path>
              </a:pathLst>
            </a:custGeom>
            <a:solidFill>
              <a:srgbClr val="000000"/>
            </a:solidFill>
            <a:ln w="182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1E043CD-A762-9845-8B37-4B44B99FB42A}"/>
                </a:ext>
              </a:extLst>
            </p:cNvPr>
            <p:cNvSpPr/>
            <p:nvPr/>
          </p:nvSpPr>
          <p:spPr>
            <a:xfrm>
              <a:off x="8845947" y="2805266"/>
              <a:ext cx="590577" cy="589832"/>
            </a:xfrm>
            <a:custGeom>
              <a:avLst/>
              <a:gdLst>
                <a:gd name="connsiteX0" fmla="*/ 154376 w 274410"/>
                <a:gd name="connsiteY0" fmla="*/ 1023 h 274064"/>
                <a:gd name="connsiteX1" fmla="*/ 1023 w 274410"/>
                <a:gd name="connsiteY1" fmla="*/ 119689 h 274064"/>
                <a:gd name="connsiteX2" fmla="*/ 119689 w 274410"/>
                <a:gd name="connsiteY2" fmla="*/ 273042 h 274064"/>
                <a:gd name="connsiteX3" fmla="*/ 273042 w 274410"/>
                <a:gd name="connsiteY3" fmla="*/ 154376 h 274064"/>
                <a:gd name="connsiteX4" fmla="*/ 273042 w 274410"/>
                <a:gd name="connsiteY4" fmla="*/ 119689 h 274064"/>
                <a:gd name="connsiteX5" fmla="*/ 154376 w 274410"/>
                <a:gd name="connsiteY5" fmla="*/ 1023 h 274064"/>
                <a:gd name="connsiteX6" fmla="*/ 152550 w 274410"/>
                <a:gd name="connsiteY6" fmla="*/ 234704 h 274064"/>
                <a:gd name="connsiteX7" fmla="*/ 35710 w 274410"/>
                <a:gd name="connsiteY7" fmla="*/ 152550 h 274064"/>
                <a:gd name="connsiteX8" fmla="*/ 117863 w 274410"/>
                <a:gd name="connsiteY8" fmla="*/ 35710 h 274064"/>
                <a:gd name="connsiteX9" fmla="*/ 234704 w 274410"/>
                <a:gd name="connsiteY9" fmla="*/ 117863 h 274064"/>
                <a:gd name="connsiteX10" fmla="*/ 234704 w 274410"/>
                <a:gd name="connsiteY10" fmla="*/ 152550 h 274064"/>
                <a:gd name="connsiteX11" fmla="*/ 152550 w 274410"/>
                <a:gd name="connsiteY11" fmla="*/ 234704 h 27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410" h="274064">
                  <a:moveTo>
                    <a:pt x="154376" y="1023"/>
                  </a:moveTo>
                  <a:cubicBezTo>
                    <a:pt x="79525" y="-8105"/>
                    <a:pt x="10151" y="44838"/>
                    <a:pt x="1023" y="119689"/>
                  </a:cubicBezTo>
                  <a:cubicBezTo>
                    <a:pt x="-8105" y="194540"/>
                    <a:pt x="44838" y="263914"/>
                    <a:pt x="119689" y="273042"/>
                  </a:cubicBezTo>
                  <a:cubicBezTo>
                    <a:pt x="194540" y="282170"/>
                    <a:pt x="263914" y="229227"/>
                    <a:pt x="273042" y="154376"/>
                  </a:cubicBezTo>
                  <a:cubicBezTo>
                    <a:pt x="274867" y="143422"/>
                    <a:pt x="274867" y="130643"/>
                    <a:pt x="273042" y="119689"/>
                  </a:cubicBezTo>
                  <a:cubicBezTo>
                    <a:pt x="263914" y="57618"/>
                    <a:pt x="214622" y="8326"/>
                    <a:pt x="154376" y="1023"/>
                  </a:cubicBezTo>
                  <a:close/>
                  <a:moveTo>
                    <a:pt x="152550" y="234704"/>
                  </a:moveTo>
                  <a:cubicBezTo>
                    <a:pt x="97782" y="243832"/>
                    <a:pt x="46664" y="207319"/>
                    <a:pt x="35710" y="152550"/>
                  </a:cubicBezTo>
                  <a:cubicBezTo>
                    <a:pt x="24757" y="97782"/>
                    <a:pt x="63095" y="46664"/>
                    <a:pt x="117863" y="35710"/>
                  </a:cubicBezTo>
                  <a:cubicBezTo>
                    <a:pt x="172632" y="24757"/>
                    <a:pt x="223750" y="63095"/>
                    <a:pt x="234704" y="117863"/>
                  </a:cubicBezTo>
                  <a:cubicBezTo>
                    <a:pt x="236529" y="128817"/>
                    <a:pt x="236529" y="139771"/>
                    <a:pt x="234704" y="152550"/>
                  </a:cubicBezTo>
                  <a:cubicBezTo>
                    <a:pt x="227401" y="194540"/>
                    <a:pt x="194540" y="227401"/>
                    <a:pt x="152550" y="234704"/>
                  </a:cubicBezTo>
                  <a:close/>
                </a:path>
              </a:pathLst>
            </a:custGeom>
            <a:solidFill>
              <a:srgbClr val="000000"/>
            </a:solidFill>
            <a:ln w="182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24" name="Graphic 23" descr="Lightbulb outline">
            <a:extLst>
              <a:ext uri="{FF2B5EF4-FFF2-40B4-BE49-F238E27FC236}">
                <a16:creationId xmlns:a16="http://schemas.microsoft.com/office/drawing/2014/main" id="{DFACD15D-41CC-7A4D-9868-685257B246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534985">
            <a:off x="7095554" y="4792414"/>
            <a:ext cx="914400" cy="91440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CB666EB1-1515-9841-8EEF-E2218B68E3E1}"/>
              </a:ext>
            </a:extLst>
          </p:cNvPr>
          <p:cNvGrpSpPr>
            <a:grpSpLocks noChangeAspect="1"/>
          </p:cNvGrpSpPr>
          <p:nvPr/>
        </p:nvGrpSpPr>
        <p:grpSpPr>
          <a:xfrm>
            <a:off x="6524837" y="1611374"/>
            <a:ext cx="1188021" cy="1188021"/>
            <a:chOff x="6638354" y="1255142"/>
            <a:chExt cx="1876996" cy="1876996"/>
          </a:xfrm>
        </p:grpSpPr>
        <p:pic>
          <p:nvPicPr>
            <p:cNvPr id="18" name="Graphic 17" descr="Lightbulb with solid fill">
              <a:extLst>
                <a:ext uri="{FF2B5EF4-FFF2-40B4-BE49-F238E27FC236}">
                  <a16:creationId xmlns:a16="http://schemas.microsoft.com/office/drawing/2014/main" id="{B00EAEC3-0221-5043-B426-2CC43DABE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638354" y="1255142"/>
              <a:ext cx="1876996" cy="1876996"/>
            </a:xfrm>
            <a:prstGeom prst="rect">
              <a:avLst/>
            </a:prstGeom>
          </p:spPr>
        </p:pic>
        <p:pic>
          <p:nvPicPr>
            <p:cNvPr id="25" name="Graphic 24" descr="Tick with solid fill">
              <a:extLst>
                <a:ext uri="{FF2B5EF4-FFF2-40B4-BE49-F238E27FC236}">
                  <a16:creationId xmlns:a16="http://schemas.microsoft.com/office/drawing/2014/main" id="{1AE676B8-6D2E-844C-A266-94943ABFB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00307" y="1312737"/>
              <a:ext cx="914400" cy="914400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55997E5-C865-BC4D-B352-4AA9A02604DA}"/>
              </a:ext>
            </a:extLst>
          </p:cNvPr>
          <p:cNvSpPr txBox="1"/>
          <p:nvPr/>
        </p:nvSpPr>
        <p:spPr>
          <a:xfrm>
            <a:off x="4550021" y="1232552"/>
            <a:ext cx="79208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Biome" panose="020B0604020202020204" pitchFamily="34" charset="0"/>
                <a:cs typeface="Biome" panose="020B0604020202020204" pitchFamily="34" charset="0"/>
              </a:rPr>
              <a:t>Tod   Catalyst</a:t>
            </a:r>
          </a:p>
        </p:txBody>
      </p:sp>
      <p:pic>
        <p:nvPicPr>
          <p:cNvPr id="30" name="Graphic 29" descr="Lightbulb with solid fill">
            <a:extLst>
              <a:ext uri="{FF2B5EF4-FFF2-40B4-BE49-F238E27FC236}">
                <a16:creationId xmlns:a16="http://schemas.microsoft.com/office/drawing/2014/main" id="{BB76F68A-2557-4C43-9292-E73EF30C31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93037" y="4474632"/>
            <a:ext cx="1188021" cy="118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26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26902</TotalTime>
  <Words>85</Words>
  <Application>Microsoft Macintosh PowerPoint</Application>
  <PresentationFormat>Widescreen</PresentationFormat>
  <Paragraphs>35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STCaiyun</vt:lpstr>
      <vt:lpstr>Arial</vt:lpstr>
      <vt:lpstr>Biome</vt:lpstr>
      <vt:lpstr>Calibri</vt:lpstr>
      <vt:lpstr>Calibri Light</vt:lpstr>
      <vt:lpstr>Copperplate</vt:lpstr>
      <vt:lpstr>LilyUPC</vt:lpstr>
      <vt:lpstr>Trebuchet MS</vt:lpstr>
      <vt:lpstr>Verdana</vt:lpstr>
      <vt:lpstr>Walbaum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95</cp:revision>
  <dcterms:created xsi:type="dcterms:W3CDTF">2021-03-19T20:23:20Z</dcterms:created>
  <dcterms:modified xsi:type="dcterms:W3CDTF">2021-04-13T19:47:12Z</dcterms:modified>
</cp:coreProperties>
</file>